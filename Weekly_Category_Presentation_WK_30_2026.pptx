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Category Report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Pop! Vinyl &amp;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Die-Cast Cars &amp; Figures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Collectables | Prepared by Tim Su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Line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  vs  WK 28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Pop! Vinyl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728216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2,624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247436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69387"/>
            <a:ext cx="192024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149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618488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1728216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$51,132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743200" y="247436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618488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728216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2,773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029200" y="247436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1618488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728216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$51,249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15200" y="247436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09760" y="1618488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0" y="1728216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601200" y="247436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49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Die-Cast Cars &amp; Figures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25196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4361688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57200" y="510783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502859"/>
            <a:ext cx="192024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51760" y="425196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4361688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$2,787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2743200" y="510783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425196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0" y="4361688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5029200" y="510783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23760" y="425196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0" y="4361688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$3,411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7315200" y="510783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509760" y="425196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0" y="4361688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-18.3%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9601200" y="510783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🎭 Pop! Vinyl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$9,765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$10,216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-$451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$10,313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$7,355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+$2,958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$7,719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$10,169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-$2,450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$7,202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$7,980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-$778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$5,553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$5,966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-$413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$4,990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+$984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$3,870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$3,622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+$248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$1,718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$1,932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-$214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2,624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2,773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-149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$51,130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$51,246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🚗 Die-Cast Cars &amp; Figures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+$337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-$125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-$202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-$210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-$98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$272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+$146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$177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$363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-$186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$321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-$287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$2,784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$3,409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-$625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🎭 Pop! Vinyl  (IKON, 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FUN86594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Girls - Baby Spice (Wannabe) Pop! Vinyl Figure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FUN86595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Girls - Ginger Spice (Wannabe) Pop! Vinyl Figure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FUN86597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Girls - Scary Spice (Wannabe) Pop! Vinyl Figure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FUN86598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Girls - Sporty Spice (Wannabe) Pop! Vinyl Figure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FUN86596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Girls - Posh Spice (Wannabe) Pop! Vinyl Figure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FUN85326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Satoru Gojo (Hidden Inventory) Pop! Vinyl Figure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FUN83963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Spider-Man: Brand New Day - Spider-Man Pop! Vinyl Figure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FUN91997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0 - Gojo Red Energy (US Exclusive) Pop! Vinyl Figure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FUN94697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MLS: Inter Miami - Lionel Messi (Pink Kit) Pop! Vinyl Figure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FUN93994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Spider-Man: Brand New Day - Spider-Man Metallic (US Exclusive) Pop! Vi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$31.99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🚗 Die-Cast Cars &amp; Figures  (IKON, 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JAD30736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 - Han's Mazda RX-7 1:32 Hollywood Ride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JAD97158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Furious - '02 Nissan Skyline GT-R 1:24 Scale Hollywood Ride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JAD36805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 - Brians 1995 Toyota Supra Anniversary 1:24 Scale Dieca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JAD98398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- Western Star Truck Optimus Prime Free Rolling 1:32 Scal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JAD36543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Slips - Lamborghini Gallardo Superleggera 1:24 Scale Diecast Vehi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JAD35943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Ghostbusters - Ecto-1 Monster Truck 1:24 Scale Diecast Vehicle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JAD30738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 - 1995 Toyota Supra 1:24 with Brian Hollywood Ride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JAD36027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Slips - 1987 Buick Grand National (Black) 1:24 Scale Diecast Vehi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JAD97173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Furious - '02 Nissan Skyline GT-R R34 1:24 Scale Hollywood Ri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JAD85445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 - Small Blocks 1:28 Scale Diecast Vehicle (Assorted Sin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$24.99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🎭 Pop! Vinyl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(14.9%)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2763520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(13.2%)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840571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(4%)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725424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(3.5%)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Exclusive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656336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(3.2%)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PO20260630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621792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(3%)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564219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(2.7%)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518160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(2.5%)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426043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(2%)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PO20260531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379984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(1.8%)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Pop! Rocks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345440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(1.7%)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PO20260831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333925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(1.6%)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new-9999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322411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(1.5%)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PO20260331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(1.5%)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Inch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476860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units · 14.9%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Funko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422453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units · 13.2%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128016" cy="219456"/>
          </a:xfrm>
          <a:prstGeom prst="roundRect">
            <a:avLst>
              <a:gd name="adj" fmla="val 35714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units · 4%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112014" cy="219456"/>
          </a:xfrm>
          <a:prstGeom prst="roundRect">
            <a:avLst>
              <a:gd name="adj" fmla="val 40816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units · 3.5%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Exclusive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102413" cy="219456"/>
          </a:xfrm>
          <a:prstGeom prst="roundRect">
            <a:avLst>
              <a:gd name="adj" fmla="val 4464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units · 3.2%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🚗 Die-Cast Cars &amp; Figures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(9%)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Die-Cast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272034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(8.5%)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272034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(8%)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Jada Toys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233172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(6.4%)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194310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(6%)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JSH26DC40D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(4.9%)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1/24th Scale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(4.6%)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Furious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(4.3%)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Gifts for Dad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116586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(3.4%)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116586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(3.3%)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1/32 Scale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116586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(3.3%)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(2.6%)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Hollywood Ride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(2.5%)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DDAYDEAL24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(2.2%)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288036" cy="219456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units · 9%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Die-Cast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272034" cy="219456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units · 8.5%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256032" cy="219456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units · 8%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Jada Toys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204826" cy="219456"/>
          </a:xfrm>
          <a:prstGeom prst="roundRect">
            <a:avLst>
              <a:gd name="adj" fmla="val 2232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units · 6.4%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1/24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192024" cy="219456"/>
          </a:xfrm>
          <a:prstGeom prst="roundRect">
            <a:avLst>
              <a:gd name="adj" fmla="val 2381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units · 6%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Incoming Shipments — This Week &amp; Beyond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incoming shipments for these categories.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 — IKON Collectables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566928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5669280" cy="548640"/>
          </a:xfrm>
          <a:prstGeom prst="roundRect">
            <a:avLst>
              <a:gd name="adj" fmla="val 133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Pop! Vinyl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5544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Collectables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1488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2,624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27432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$51,132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375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33375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7,432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31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931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$143,274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262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45262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2,477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07492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1206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51206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688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5080" y="868680"/>
            <a:ext cx="566928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868680"/>
            <a:ext cx="566928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8686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Die-Cast Cars &amp; Figures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46520" y="150876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15400" y="15544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Collectables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46520" y="210312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2148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15400" y="21488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46520" y="269748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2743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15400" y="27432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$2,787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46520" y="329184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33375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915400" y="33375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46520" y="388620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3931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915400" y="3931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$9,025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446520" y="448056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45262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915400" y="45262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446520" y="507492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51206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915400" y="51206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Pop! Vinyl &amp; Die-Cast Cars &amp; Figures  |  WK 29 2026  |  IKON Collectables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Su  ·  PopStop Ltd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2026-07-20T12:14:30Z</dcterms:created>
  <dcterms:modified xsi:type="dcterms:W3CDTF">2026-07-20T12:14:30Z</dcterms:modified>
</cp:coreProperties>
</file>