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4630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4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Category Report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Pop! Vinyl &amp;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Die-Cast Cars &amp; Figures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39776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28 2026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4663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IKON Collectables | Prepared by Tim Su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217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Line Performance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49808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28  vs  WK 27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115568"/>
            <a:ext cx="4114800" cy="411480"/>
          </a:xfrm>
          <a:prstGeom prst="roundRect">
            <a:avLst>
              <a:gd name="adj" fmla="val 22222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1556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  Pop! Vinyl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618488"/>
            <a:ext cx="21031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728216"/>
            <a:ext cx="1920240" cy="790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2,773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57200" y="247436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This Week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869387"/>
            <a:ext cx="192024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738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51760" y="1618488"/>
            <a:ext cx="21031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43200" y="1728216"/>
            <a:ext cx="1920240" cy="790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$51,249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2743200" y="247436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This Week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37760" y="1618488"/>
            <a:ext cx="21031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0" y="1728216"/>
            <a:ext cx="1920240" cy="790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2,035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5029200" y="247436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Last Week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23760" y="1618488"/>
            <a:ext cx="21031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0" y="1728216"/>
            <a:ext cx="1920240" cy="790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$40,893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7315200" y="247436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Last Week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509760" y="1618488"/>
            <a:ext cx="21031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601200" y="1728216"/>
            <a:ext cx="1920240" cy="790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+25.3%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9601200" y="247436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Δ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749040"/>
            <a:ext cx="4114800" cy="411480"/>
          </a:xfrm>
          <a:prstGeom prst="roundRect">
            <a:avLst>
              <a:gd name="adj" fmla="val 22222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7490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 Die-Cast Cars &amp; Figures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5760" y="4251960"/>
            <a:ext cx="21031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7200" y="4361688"/>
            <a:ext cx="1920240" cy="790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457200" y="510783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This Week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5502859"/>
            <a:ext cx="192024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24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651760" y="4251960"/>
            <a:ext cx="21031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743200" y="4361688"/>
            <a:ext cx="1920240" cy="790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$3,411</a:t>
            </a:r>
            <a:endParaRPr lang="en-US" sz="3400" dirty="0"/>
          </a:p>
        </p:txBody>
      </p:sp>
      <p:sp>
        <p:nvSpPr>
          <p:cNvPr id="33" name="Text 31"/>
          <p:cNvSpPr/>
          <p:nvPr/>
        </p:nvSpPr>
        <p:spPr>
          <a:xfrm>
            <a:off x="2743200" y="510783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This Week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37760" y="4251960"/>
            <a:ext cx="21031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029200" y="4361688"/>
            <a:ext cx="1920240" cy="790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3400" dirty="0"/>
          </a:p>
        </p:txBody>
      </p:sp>
      <p:sp>
        <p:nvSpPr>
          <p:cNvPr id="36" name="Text 34"/>
          <p:cNvSpPr/>
          <p:nvPr/>
        </p:nvSpPr>
        <p:spPr>
          <a:xfrm>
            <a:off x="5029200" y="510783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Last Week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223760" y="4251960"/>
            <a:ext cx="21031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315200" y="4361688"/>
            <a:ext cx="1920240" cy="790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$2,827</a:t>
            </a:r>
            <a:endParaRPr lang="en-US" sz="3400" dirty="0"/>
          </a:p>
        </p:txBody>
      </p:sp>
      <p:sp>
        <p:nvSpPr>
          <p:cNvPr id="39" name="Text 37"/>
          <p:cNvSpPr/>
          <p:nvPr/>
        </p:nvSpPr>
        <p:spPr>
          <a:xfrm>
            <a:off x="7315200" y="510783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Last Week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509760" y="4251960"/>
            <a:ext cx="21031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9601200" y="4361688"/>
            <a:ext cx="1920240" cy="790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+20.7%</a:t>
            </a:r>
            <a:endParaRPr lang="en-US" sz="3400" dirty="0"/>
          </a:p>
        </p:txBody>
      </p:sp>
      <p:sp>
        <p:nvSpPr>
          <p:cNvPr id="42" name="Text 40"/>
          <p:cNvSpPr/>
          <p:nvPr/>
        </p:nvSpPr>
        <p:spPr>
          <a:xfrm>
            <a:off x="9601200" y="510783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Δ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Performance — 🎭 Pop! Vinyl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22960"/>
            <a:ext cx="173736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76272" y="822960"/>
            <a:ext cx="118872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76272" y="822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W1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38144" y="822960"/>
            <a:ext cx="118872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38144" y="822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W2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0016" y="822960"/>
            <a:ext cx="91440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0016" y="8229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Units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87568" y="822960"/>
            <a:ext cx="146304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87568" y="822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W1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223760" y="822960"/>
            <a:ext cx="146304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822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W2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759952" y="822960"/>
            <a:ext cx="118872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59952" y="822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Rev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118872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122529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Riccarton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21992" y="12252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83864" y="12252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45736" y="122529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33288" y="12252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$10,169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269480" y="12252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$7,562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805672" y="12252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+$2,607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173736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177393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Sylvia Park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221992" y="17739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483864" y="17739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45736" y="177393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+87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733288" y="17739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$10,216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269480" y="17739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$8,653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805672" y="17739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+$1,563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228600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232257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Queensgate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221992" y="23225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437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483864" y="23225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264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45736" y="232257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733288" y="23225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$7,980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269480" y="23225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$5,265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805672" y="23225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+$2,715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65760" y="283464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287121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221992" y="28712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403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483864" y="28712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367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745736" y="287121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+36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733288" y="28712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$7,355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269480" y="28712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$8,691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805672" y="28712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-$1,336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65760" y="338328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" y="341985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Rapa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221992" y="34198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343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483864" y="34198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286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745736" y="341985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+57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733288" y="341985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$5,966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269480" y="341985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$3,922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805672" y="34198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+$2,044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65760" y="393192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" y="396849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Dunedin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2221992" y="39684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217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3483864" y="39684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745736" y="396849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+116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733288" y="39684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$4,006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7269480" y="39684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$2,374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8805672" y="39684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+$1,632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65760" y="448056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11480" y="451713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Papanui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2221992" y="4517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3483864" y="4517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4745736" y="451713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+59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5733288" y="45171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$3,622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7269480" y="45171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$3,175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8805672" y="4517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+$447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365760" y="502920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11480" y="506577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Richmond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2221992" y="50657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3483864" y="50657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4745736" y="506577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+39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5733288" y="50657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$1,932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7269480" y="50657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$1,248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8805672" y="50657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+$684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365760" y="5577840"/>
            <a:ext cx="11064240" cy="493776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11480" y="561441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2221992" y="56144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2,773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3483864" y="56144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2,035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4745736" y="561441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+738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5733288" y="56144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$51,246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7269480" y="56144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$40,890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8805672" y="56144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+$10,356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Performance — 🚗 Die-Cast Cars &amp; Figures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22960"/>
            <a:ext cx="173736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76272" y="822960"/>
            <a:ext cx="118872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76272" y="822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W1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38144" y="822960"/>
            <a:ext cx="118872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38144" y="822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W2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0016" y="822960"/>
            <a:ext cx="91440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0016" y="8229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Units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87568" y="822960"/>
            <a:ext cx="146304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87568" y="822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W1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223760" y="822960"/>
            <a:ext cx="146304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822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W2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759952" y="822960"/>
            <a:ext cx="118872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59952" y="822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Rev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118872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122529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Rapa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21992" y="12252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83864" y="12252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45736" y="122529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33288" y="12252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$658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269480" y="12252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$318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805672" y="12252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+$340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173736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177393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Queensgate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221992" y="17739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483864" y="17739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45736" y="177393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733288" y="17739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269480" y="17739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$460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805672" y="17739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+$90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228600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232257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Riccarton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221992" y="23225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483864" y="23225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45736" y="232257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733288" y="23225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$534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269480" y="23225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$505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805672" y="23225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+$29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65760" y="283464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287121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Dunedin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221992" y="28712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483864" y="28712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745736" y="287121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733288" y="28712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$531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269480" y="28712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$183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805672" y="28712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+$348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65760" y="338328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" y="341985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Richmond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221992" y="34198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483864" y="34198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745736" y="341985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733288" y="341985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$363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269480" y="341985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$223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805672" y="34198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+$140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65760" y="393192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" y="396849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2221992" y="39684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3483864" y="39684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745736" y="396849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733288" y="39684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$326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7269480" y="39684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$672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8805672" y="39684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-$346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65760" y="448056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11480" y="451713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Papanui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2221992" y="4517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3483864" y="4517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4745736" y="451713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5733288" y="45171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$321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7269480" y="45171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$159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8805672" y="4517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+$162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365760" y="502920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11480" y="506577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Sylvia Park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2221992" y="50657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3483864" y="50657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4745736" y="506577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5733288" y="50657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$126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7269480" y="50657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$304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8805672" y="50657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-$178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365760" y="5577840"/>
            <a:ext cx="11064240" cy="493776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11480" y="561441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2221992" y="56144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3483864" y="56144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4745736" y="561441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+24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5733288" y="56144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$3,409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7269480" y="56144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$2,824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8805672" y="56144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+$585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Products — 🎭 Pop! Vinyl  (IKON, by L1W Units)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22960"/>
            <a:ext cx="365760" cy="34747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" y="822960"/>
            <a:ext cx="1280160" cy="34747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8229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57984" y="822960"/>
            <a:ext cx="5943600" cy="34747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57984" y="82296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74736" y="822960"/>
            <a:ext cx="822960" cy="34747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74736" y="8229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L1W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70848" y="822960"/>
            <a:ext cx="822960" cy="34747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70848" y="8229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966960" y="822960"/>
            <a:ext cx="1097280" cy="34747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66960" y="8229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1188720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1225296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50392" y="122529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FUN92722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03704" y="1225296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Football: England - Jude Bellingham Pop! Vinyl Figure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0456" y="122529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16568" y="122529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12680" y="122529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$29.99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1719072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175564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50392" y="175564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FUN93994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203704" y="175564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Spider-Man: Brand New Day - Spider-Man Metallic (US Exclusive) Pop! Vi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0456" y="175564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116568" y="175564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012680" y="175564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$31.99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2249424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228600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50392" y="228600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FUN84933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203704" y="2286000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- Papa V (US Exclusive) Pop! Vinyl Figure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220456" y="228600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116568" y="228600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012680" y="228600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$31.99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2779776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281635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50392" y="281635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FUN92730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203704" y="2816352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Football: France - Kylian Mbappe Pop! Vinyl Figure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220456" y="281635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116568" y="281635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0012680" y="281635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$29.99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" y="3310128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3346704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50392" y="334670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FUN90289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203704" y="3346704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Stranger Things - Vecna 2.0 Pop! Vinyl Figure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220456" y="334670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9116568" y="334670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0012680" y="334670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$29.99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65760" y="3840480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3877056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50392" y="387705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FUN90292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203704" y="3877056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Stranger Things - Will Byers Hive Mind Pop! Vinyl Figure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220456" y="387705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9116568" y="387705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10012680" y="387705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$29.99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65760" y="4370832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" y="440740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50392" y="440740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FUN82221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2203704" y="440740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Peanuts - Snoopy with Woodstock Flocked Pop! Vinyl Figure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8220456" y="440740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9116568" y="440740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10012680" y="440740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$31.99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365760" y="4901184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11480" y="493776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850392" y="493776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FUN86508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2203704" y="4937760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 Slayer - Tanjiro Kamado (Dancing Flash) Pop! Plus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8220456" y="493776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9116568" y="493776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10012680" y="493776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$29.99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365760" y="5431536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11480" y="546811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850392" y="546811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FUN94697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2203704" y="5468112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MLS: Inter Miami - Lionel Messi (Pink Kit) Pop! Vinyl Figure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8220456" y="546811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79" name="Text 77"/>
          <p:cNvSpPr/>
          <p:nvPr/>
        </p:nvSpPr>
        <p:spPr>
          <a:xfrm>
            <a:off x="9116568" y="546811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10012680" y="546811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$29.99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365760" y="5961888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11480" y="5998464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850392" y="599846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FUN61358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2203704" y="5998464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Jujutsu Kaisen - Itadori Pop! Vinyl Figure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8220456" y="599846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86" name="Text 84"/>
          <p:cNvSpPr/>
          <p:nvPr/>
        </p:nvSpPr>
        <p:spPr>
          <a:xfrm>
            <a:off x="9116568" y="599846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10012680" y="599846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$29.99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Products — 🚗 Die-Cast Cars &amp; Figures  (IKON, by L1W Units)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22960"/>
            <a:ext cx="36576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" y="822960"/>
            <a:ext cx="128016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8229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57984" y="822960"/>
            <a:ext cx="594360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57984" y="82296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74736" y="822960"/>
            <a:ext cx="82296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74736" y="8229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L1W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70848" y="822960"/>
            <a:ext cx="82296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70848" y="8229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966960" y="822960"/>
            <a:ext cx="109728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66960" y="8229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1188720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1225296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50392" y="122529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JAD97158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03704" y="1225296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Furious - '02 Nissan Skyline GT-R 1:24 Scale Hollywood Ride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0456" y="122529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16568" y="122529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12680" y="122529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$59.99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1719072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175564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50392" y="175564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JAD97173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203704" y="175564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Furious - '02 Nissan Skyline GT-R R34 1:24 Scale Hollywood Ri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0456" y="175564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116568" y="175564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012680" y="175564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$59.99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2249424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228600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50392" y="228600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JAD97212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203704" y="2286000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Furious - 09 Nissan R35 1:24 Scale Hollywood Ride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220456" y="228600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116568" y="228600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012680" y="228600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$59.99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2779776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281635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50392" y="281635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JAD31981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203704" y="2816352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&amp;amp; Furious - Dons Charger &amp;amp; Brians Supra 1:32 Scale Diecas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220456" y="281635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116568" y="281635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0012680" y="281635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$39.99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" y="3310128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3346704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50392" y="334670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JAD36194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203704" y="3346704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&amp; Furious - Toyota Supra Mk4 1:24 Scale Remote Control Vehicle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220456" y="334670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9116568" y="334670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0012680" y="334670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$69.99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65760" y="3840480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3877056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50392" y="387705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JAD33373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203704" y="3877056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&amp;amp; Furious - Dodge Charger Heist Car 1:24 Scale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220456" y="387705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9116568" y="387705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10012680" y="387705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$59.99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65760" y="4370832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" y="440740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50392" y="440740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JAD35536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2203704" y="440740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Pink Slips - 1:24 Lamborghini Aventador SV Diecast Vehicle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8220456" y="440740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9116568" y="440740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10012680" y="440740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$64.99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365760" y="4901184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11480" y="493776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850392" y="493776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JAD36680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2203704" y="4937760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&amp; Furious - Nano Hollywood Rides 6 pack (Wave 3B)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8220456" y="493776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9116568" y="493776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10012680" y="493776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$27.99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365760" y="5431536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11480" y="546811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850392" y="546811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JAD34442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2203704" y="5468112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&amp; Furious - Porsche 911 GT3 RS 1:32 Scale Diecast Vehicle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8220456" y="546811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79" name="Text 77"/>
          <p:cNvSpPr/>
          <p:nvPr/>
        </p:nvSpPr>
        <p:spPr>
          <a:xfrm>
            <a:off x="9116568" y="546811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10012680" y="546811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$22.99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365760" y="5961888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11480" y="5998464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850392" y="599846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JAD35397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2203704" y="5998464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&amp; Furious - 2001 Honda S2000 1:32 Scale Diecast Vehicle (Blue Rem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8220456" y="599846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6" name="Text 84"/>
          <p:cNvSpPr/>
          <p:nvPr/>
        </p:nvSpPr>
        <p:spPr>
          <a:xfrm>
            <a:off x="9116568" y="599846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10012680" y="599846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$22.99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/ Tag Breakdown — 🎭 Pop! Vinyl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Inch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77440" y="92354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0" y="92354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32120" y="8686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278 (15%)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38074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77440" y="1435608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77440" y="1435608"/>
            <a:ext cx="3064227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32120" y="138074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274 (14.8%)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18928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77440" y="1947672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77440" y="1947672"/>
            <a:ext cx="883481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189280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 (4.3%)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24048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377440" y="2459736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77440" y="2459736"/>
            <a:ext cx="704548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32120" y="24048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(3.4%)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291693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Exclusive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377440" y="2971800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77440" y="2971800"/>
            <a:ext cx="648632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2120" y="291693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(3.2%)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34290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377440" y="348386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77440" y="3483864"/>
            <a:ext cx="592715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32120" y="34290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(2.8%)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394106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PO20260630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377440" y="3995928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77440" y="3995928"/>
            <a:ext cx="559165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32120" y="394106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(2.7%)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" y="44531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377440" y="4507992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377440" y="4507992"/>
            <a:ext cx="480882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32120" y="44531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(2.3%)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" y="49651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PO20260531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377440" y="5020056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77440" y="5020056"/>
            <a:ext cx="458516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32120" y="496519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(2.2%)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65760" y="547725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PO20260331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377440" y="5532120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377440" y="5532120"/>
            <a:ext cx="357866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32120" y="547725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(1.7%)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65760" y="59893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377440" y="604418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377440" y="6044184"/>
            <a:ext cx="324316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32120" y="59893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(1.6%)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65760" y="650138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new-9999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377440" y="6556248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377440" y="6556248"/>
            <a:ext cx="301949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32120" y="650138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(1.5%)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65760" y="70134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377440" y="7068312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377440" y="7068312"/>
            <a:ext cx="301949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532120" y="701344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(1.5%)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65760" y="75255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Piece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377440" y="7580376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377440" y="7580376"/>
            <a:ext cx="290766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532120" y="752551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(1.4%)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675120" y="822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Themes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6675120" y="1261872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6812280" y="1508760"/>
            <a:ext cx="274320" cy="2743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178040" y="13075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Inch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7178040" y="1719072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178040" y="1719072"/>
            <a:ext cx="480060" cy="219456"/>
          </a:xfrm>
          <a:prstGeom prst="roundRect">
            <a:avLst>
              <a:gd name="adj" fmla="val 20833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515600" y="168249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278 units · 15%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6675120" y="2249424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6812280" y="2496312"/>
            <a:ext cx="274320" cy="2743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178040" y="22951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Funko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7178040" y="2706624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178040" y="2706624"/>
            <a:ext cx="473659" cy="219456"/>
          </a:xfrm>
          <a:prstGeom prst="roundRect">
            <a:avLst>
              <a:gd name="adj" fmla="val 20833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515600" y="26700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274 units · 14.8%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675120" y="3236976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6812280" y="3483864"/>
            <a:ext cx="274320" cy="2743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178040" y="32826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Anime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7178040" y="3694176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178040" y="3694176"/>
            <a:ext cx="137617" cy="219456"/>
          </a:xfrm>
          <a:prstGeom prst="roundRect">
            <a:avLst>
              <a:gd name="adj" fmla="val 33223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0515600" y="36576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 units · 4.3%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6675120" y="4224528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6812280" y="4471416"/>
            <a:ext cx="274320" cy="2743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178040" y="42702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7178040" y="4681728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178040" y="4681728"/>
            <a:ext cx="108814" cy="219456"/>
          </a:xfrm>
          <a:prstGeom prst="roundRect">
            <a:avLst>
              <a:gd name="adj" fmla="val 42017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0515600" y="46451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units · 3.4%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6675120" y="5212080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6812280" y="5458968"/>
            <a:ext cx="274320" cy="2743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178040" y="5257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Exclusive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7178040" y="5669280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178040" y="5669280"/>
            <a:ext cx="102413" cy="219456"/>
          </a:xfrm>
          <a:prstGeom prst="roundRect">
            <a:avLst>
              <a:gd name="adj" fmla="val 44643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0515600" y="563270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units · 3.2%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/ Tag Breakdown — 🚗 Die-Cast Cars &amp; Figures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77440" y="92354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0" y="92354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32120" y="8686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(9.7%)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38074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77440" y="1435608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77440" y="1435608"/>
            <a:ext cx="2798064" cy="27432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32120" y="138074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(8.5%)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18928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Die-Cast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77440" y="1947672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77440" y="1947672"/>
            <a:ext cx="2487168" cy="27432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189280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(8.1%)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24048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Jada Toys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377440" y="2459736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77440" y="2459736"/>
            <a:ext cx="2176272" cy="27432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32120" y="24048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(6.5%)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291693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JSH26DC40D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377440" y="2971800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77440" y="2971800"/>
            <a:ext cx="1865376" cy="27432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2120" y="291693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(5.6%)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34290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Furious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377440" y="348386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77440" y="3483864"/>
            <a:ext cx="1865376" cy="27432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32120" y="34290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(5.5%)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394106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1/24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377440" y="3995928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77440" y="3995928"/>
            <a:ext cx="1865376" cy="27432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32120" y="394106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(5.3%)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" y="44531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1/24th Scale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377440" y="4507992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377440" y="4507992"/>
            <a:ext cx="1554480" cy="27432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32120" y="44531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(5.2%)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" y="49651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1/32 Scale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377440" y="5020056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77440" y="5020056"/>
            <a:ext cx="1243584" cy="27432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32120" y="496519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(3.7%)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65760" y="547725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Gifts for Dad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377440" y="5532120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377440" y="5532120"/>
            <a:ext cx="1243584" cy="27432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32120" y="547725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(3.7%)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65760" y="59893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1/32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377440" y="604418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377440" y="6044184"/>
            <a:ext cx="932688" cy="27432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32120" y="59893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(3.2%)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65760" y="650138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DDAYDEAL24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377440" y="6556248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377440" y="6556248"/>
            <a:ext cx="932688" cy="27432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32120" y="650138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(3.2%)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65760" y="70134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Hollywood Ride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377440" y="7068312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377440" y="7068312"/>
            <a:ext cx="932688" cy="27432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532120" y="701344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(2.6%)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65760" y="75255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377440" y="7580376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377440" y="7580376"/>
            <a:ext cx="621792" cy="27432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532120" y="752551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(2.2%)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675120" y="822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Themes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6675120" y="1261872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6812280" y="1508760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178040" y="13075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7178040" y="1719072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178040" y="1719072"/>
            <a:ext cx="310439" cy="219456"/>
          </a:xfrm>
          <a:prstGeom prst="roundRect">
            <a:avLst>
              <a:gd name="adj" fmla="val 20833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515600" y="168249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units · 9.7%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6675120" y="2249424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6812280" y="2496312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178040" y="22951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7178040" y="2706624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178040" y="2706624"/>
            <a:ext cx="272034" cy="219456"/>
          </a:xfrm>
          <a:prstGeom prst="roundRect">
            <a:avLst>
              <a:gd name="adj" fmla="val 20833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515600" y="26700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units · 8.5%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675120" y="3236976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6812280" y="3483864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178040" y="32826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Die-Cast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7178040" y="3694176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178040" y="3694176"/>
            <a:ext cx="259232" cy="219456"/>
          </a:xfrm>
          <a:prstGeom prst="roundRect">
            <a:avLst>
              <a:gd name="adj" fmla="val 20833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0515600" y="36576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units · 8.1%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6675120" y="4224528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6812280" y="4471416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178040" y="42702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Jada Toys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7178040" y="4681728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178040" y="4681728"/>
            <a:ext cx="208026" cy="219456"/>
          </a:xfrm>
          <a:prstGeom prst="roundRect">
            <a:avLst>
              <a:gd name="adj" fmla="val 21978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0515600" y="46451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units · 6.5%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6675120" y="5212080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6812280" y="5458968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178040" y="5257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JSH26DC40D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7178040" y="5669280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178040" y="5669280"/>
            <a:ext cx="179222" cy="219456"/>
          </a:xfrm>
          <a:prstGeom prst="roundRect">
            <a:avLst>
              <a:gd name="adj" fmla="val 2551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0515600" y="563270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units · 5.6%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Incoming Shipments — This Week &amp; Beyond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active incoming shipments for these categories.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Performance — IKON Collectables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68680"/>
            <a:ext cx="5669280" cy="54864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68680"/>
            <a:ext cx="5669280" cy="548640"/>
          </a:xfrm>
          <a:prstGeom prst="roundRect">
            <a:avLst>
              <a:gd name="adj" fmla="val 13333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686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  Pop! Vinyl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548640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55448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0" y="155448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IKON Collectables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54864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14884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L1W Units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26080" y="214884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2,773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697480"/>
            <a:ext cx="548640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74320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L1W Revenue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26080" y="274320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$51,249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54864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33756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L3W Units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926080" y="333756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6,588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886200"/>
            <a:ext cx="548640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93192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L3W Revenue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926080" y="393192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$136,346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480560"/>
            <a:ext cx="54864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52628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Weekly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926080" y="452628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2,196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5074920"/>
            <a:ext cx="548640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512064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SKUs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926080" y="512064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724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355080" y="868680"/>
            <a:ext cx="5669280" cy="54864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55080" y="868680"/>
            <a:ext cx="5669280" cy="548640"/>
          </a:xfrm>
          <a:prstGeom prst="roundRect">
            <a:avLst>
              <a:gd name="adj" fmla="val 13333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8686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 Die-Cast Cars &amp; Figures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446520" y="1508760"/>
            <a:ext cx="548640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155448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915400" y="155448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IKON Collectables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446520" y="2103120"/>
            <a:ext cx="54864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37960" y="214884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L1W Units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915400" y="214884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446520" y="2697480"/>
            <a:ext cx="548640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37960" y="274320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L1W Revenue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915400" y="274320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$3,411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446520" y="3291840"/>
            <a:ext cx="54864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333756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L3W Units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915400" y="333756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446520" y="3886200"/>
            <a:ext cx="548640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37960" y="393192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L3W Revenue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915400" y="393192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$9,162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446520" y="4480560"/>
            <a:ext cx="54864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37960" y="452628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Weekly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915400" y="452628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446520" y="5074920"/>
            <a:ext cx="548640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37960" y="512064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SKUs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8915400" y="512064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3566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Pop! Vinyl &amp; Die-Cast Cars &amp; Figures  |  WK 28 2026  |  IKON Collectables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6217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Su  ·  PopStop Ltd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2026-07-13T22:17:22Z</dcterms:created>
  <dcterms:modified xsi:type="dcterms:W3CDTF">2026-07-13T22:17:22Z</dcterms:modified>
</cp:coreProperties>
</file>