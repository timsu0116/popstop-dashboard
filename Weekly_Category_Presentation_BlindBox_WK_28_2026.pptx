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Category Report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Box / Trading Card Games / Games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9776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27 2026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4663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Tim Su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217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Line Performance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27  vs  WK 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4114800" cy="365760"/>
          </a:xfrm>
          <a:prstGeom prst="roundRect">
            <a:avLst>
              <a:gd name="adj" fmla="val 25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789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 Blind Box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536192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645920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3,642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7200" y="2244669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This Week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571659"/>
            <a:ext cx="1920240" cy="299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668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51760" y="1536192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0" y="1645920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$76,997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2743200" y="2244669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This Week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1536192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1645920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2,974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5029200" y="2244669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Last Week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23760" y="1536192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0" y="1645920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$60,773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7315200" y="2244669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Last Week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509760" y="1536192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01200" y="1645920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+26.7%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9601200" y="2244669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Δ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2944368"/>
            <a:ext cx="4114800" cy="365760"/>
          </a:xfrm>
          <a:prstGeom prst="roundRect">
            <a:avLst>
              <a:gd name="adj" fmla="val 25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9443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🃏  Trading Card Games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3401568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" y="3511296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5,096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457200" y="4110045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This Week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437035"/>
            <a:ext cx="1920240" cy="299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288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651760" y="3401568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743200" y="3511296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$68,498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2743200" y="4110045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This Week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37760" y="3401568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029200" y="3511296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4,808</a:t>
            </a:r>
            <a:endParaRPr lang="en-US" sz="3400" dirty="0"/>
          </a:p>
        </p:txBody>
      </p:sp>
      <p:sp>
        <p:nvSpPr>
          <p:cNvPr id="36" name="Text 34"/>
          <p:cNvSpPr/>
          <p:nvPr/>
        </p:nvSpPr>
        <p:spPr>
          <a:xfrm>
            <a:off x="5029200" y="4110045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Last Week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223760" y="3401568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315200" y="3511296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$45,235</a:t>
            </a:r>
            <a:endParaRPr lang="en-US" sz="3400" dirty="0"/>
          </a:p>
        </p:txBody>
      </p:sp>
      <p:sp>
        <p:nvSpPr>
          <p:cNvPr id="39" name="Text 37"/>
          <p:cNvSpPr/>
          <p:nvPr/>
        </p:nvSpPr>
        <p:spPr>
          <a:xfrm>
            <a:off x="7315200" y="4110045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Last Week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509760" y="3401568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601200" y="3511296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+51.4%</a:t>
            </a:r>
            <a:endParaRPr lang="en-US" sz="3400" dirty="0"/>
          </a:p>
        </p:txBody>
      </p:sp>
      <p:sp>
        <p:nvSpPr>
          <p:cNvPr id="42" name="Text 40"/>
          <p:cNvSpPr/>
          <p:nvPr/>
        </p:nvSpPr>
        <p:spPr>
          <a:xfrm>
            <a:off x="9601200" y="4110045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Δ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65760" y="4809744"/>
            <a:ext cx="4114800" cy="365760"/>
          </a:xfrm>
          <a:prstGeom prst="roundRect">
            <a:avLst>
              <a:gd name="adj" fmla="val 25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8097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Games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5266944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57200" y="5376672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</a:t>
            </a:r>
            <a:endParaRPr lang="en-US" sz="3400" dirty="0"/>
          </a:p>
        </p:txBody>
      </p:sp>
      <p:sp>
        <p:nvSpPr>
          <p:cNvPr id="47" name="Text 45"/>
          <p:cNvSpPr/>
          <p:nvPr/>
        </p:nvSpPr>
        <p:spPr>
          <a:xfrm>
            <a:off x="457200" y="5975421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This Week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57200" y="6302411"/>
            <a:ext cx="1920240" cy="299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38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651760" y="5266944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2743200" y="5376672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$8,763</a:t>
            </a:r>
            <a:endParaRPr lang="en-US" sz="3400" dirty="0"/>
          </a:p>
        </p:txBody>
      </p:sp>
      <p:sp>
        <p:nvSpPr>
          <p:cNvPr id="51" name="Text 49"/>
          <p:cNvSpPr/>
          <p:nvPr/>
        </p:nvSpPr>
        <p:spPr>
          <a:xfrm>
            <a:off x="2743200" y="5975421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This Week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937760" y="5266944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029200" y="5376672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</a:t>
            </a:r>
            <a:endParaRPr lang="en-US" sz="3400" dirty="0"/>
          </a:p>
        </p:txBody>
      </p:sp>
      <p:sp>
        <p:nvSpPr>
          <p:cNvPr id="54" name="Text 52"/>
          <p:cNvSpPr/>
          <p:nvPr/>
        </p:nvSpPr>
        <p:spPr>
          <a:xfrm>
            <a:off x="5029200" y="5975421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Last Week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223760" y="5266944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315200" y="5376672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$6,155</a:t>
            </a:r>
            <a:endParaRPr lang="en-US" sz="3400" dirty="0"/>
          </a:p>
        </p:txBody>
      </p:sp>
      <p:sp>
        <p:nvSpPr>
          <p:cNvPr id="57" name="Text 55"/>
          <p:cNvSpPr/>
          <p:nvPr/>
        </p:nvSpPr>
        <p:spPr>
          <a:xfrm>
            <a:off x="7315200" y="5975421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Last Week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9509760" y="5266944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9601200" y="5376672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+42.4%</a:t>
            </a:r>
            <a:endParaRPr lang="en-US" sz="3400" dirty="0"/>
          </a:p>
        </p:txBody>
      </p:sp>
      <p:sp>
        <p:nvSpPr>
          <p:cNvPr id="60" name="Text 58"/>
          <p:cNvSpPr/>
          <p:nvPr/>
        </p:nvSpPr>
        <p:spPr>
          <a:xfrm>
            <a:off x="9601200" y="5975421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Δ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Performance — 🎁 Blind Box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173736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76272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76272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38144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8144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0016" y="822960"/>
            <a:ext cx="91440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8229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Units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87568" y="822960"/>
            <a:ext cx="146304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87568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W1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23760" y="822960"/>
            <a:ext cx="146304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W2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759952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59952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Rev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118872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12252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Sylvia Park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21992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83864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669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45736" y="12252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33288" y="1225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$17,820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69480" y="1225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$14,173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05672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+$3,647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173736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17739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Riccarton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21992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678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83864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45736" y="17739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33288" y="17739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$14,429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69480" y="17739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$12,409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805672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+$2,020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228600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23225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Queensgate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221992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483864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418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45736" y="232257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733288" y="23225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$11,161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269480" y="23225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$8,112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805672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+$3,049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283464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28712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Rapa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221992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489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483864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370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45736" y="287121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+119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733288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$9,988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269480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$7,228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805672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+$2,760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338328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341985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Papanui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221992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323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483864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745736" y="341985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+61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733288" y="3419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$6,571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269480" y="3419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$5,196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805672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+$1,375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393192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39684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Dunedin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221992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483864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266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745736" y="39684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+54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733288" y="39684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$6,918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269480" y="39684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$5,372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805672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+$1,546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65760" y="448056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1480" y="45171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21992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3483864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745736" y="45171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+72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733288" y="4517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$5,483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7269480" y="4517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$4,200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8805672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+$1,283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365760" y="502920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1480" y="50657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Richmond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2221992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234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3483864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209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4745736" y="506577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5733288" y="5065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$4,624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7269480" y="5065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$4,078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805672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+$546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365760" y="5577840"/>
            <a:ext cx="11064240" cy="49377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11480" y="56144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2221992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3,642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3483864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2,974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4745736" y="561441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+668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5733288" y="56144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$76,994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7269480" y="56144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$60,768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8805672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+$16,226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Performance — 🃏 Trading Card Games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173736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76272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76272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38144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8144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0016" y="822960"/>
            <a:ext cx="91440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8229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Units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87568" y="822960"/>
            <a:ext cx="146304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87568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W1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23760" y="822960"/>
            <a:ext cx="146304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W2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759952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59952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Rev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118872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12252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Sylvia Park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21992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83864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45736" y="12252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-68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33288" y="1225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$14,886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69480" y="1225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$9,681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05672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+$5,205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173736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17739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Queensgate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21992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83864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45736" y="17739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33288" y="17739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$11,655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69480" y="17739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$7,797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805672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+$3,858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228600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23225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Rapa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221992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483864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45736" y="232257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+332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733288" y="23225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$9,234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269480" y="23225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$4,515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805672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+$4,719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283464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28712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221992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607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483864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312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45736" y="287121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+295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733288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$6,478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269480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$2,526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805672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+$3,952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338328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341985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Riccarton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221992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554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483864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906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745736" y="341985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-352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733288" y="3419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$8,979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269480" y="3419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$8,800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805672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+$179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393192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39684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Papanui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221992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537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483864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569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745736" y="39684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-32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733288" y="39684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$7,935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269480" y="39684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$5,438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805672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+$2,497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65760" y="448056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1480" y="45171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Richmond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21992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498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3483864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745736" y="45171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+238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733288" y="4517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$6,589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7269480" y="4517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$3,095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8805672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+$3,494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365760" y="502920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1480" y="50657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Dunedin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2221992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216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3483864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365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4745736" y="506577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-149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5733288" y="5065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$2,738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7269480" y="5065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$3,381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805672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-$643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365760" y="5577840"/>
            <a:ext cx="11064240" cy="49377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11480" y="56144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2221992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5,096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3483864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4,808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4745736" y="561441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+288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5733288" y="56144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$68,494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7269480" y="56144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$45,233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8805672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+$23,261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Performance — 🎮 Games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173736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76272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76272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38144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8144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0016" y="822960"/>
            <a:ext cx="91440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8229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Units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87568" y="822960"/>
            <a:ext cx="146304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87568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W1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23760" y="822960"/>
            <a:ext cx="146304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W2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759952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59952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Rev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118872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12252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Queensgate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21992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83864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45736" y="12252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33288" y="1225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$3,103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69480" y="1225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$1,631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05672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+$1,472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173736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17739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21992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83864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45736" y="17739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33288" y="17739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$1,903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69480" y="17739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$1,163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805672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+$740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228600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23225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Riccarton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221992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483864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45736" y="232257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733288" y="23225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$1,182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269480" y="23225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$1,125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805672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+$57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283464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28712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Rapa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221992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483864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45736" y="287121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733288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$1,125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269480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$632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805672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+$493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338328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341985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Sylvia Park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221992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483864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745736" y="341985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733288" y="3419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$608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269480" y="3419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$600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805672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+$8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393192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39684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Papanui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221992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483864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745736" y="39684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733288" y="39684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$586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269480" y="39684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$846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805672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-$260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65760" y="448056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1480" y="45171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Richmond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21992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3483864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745736" y="45171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733288" y="4517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$152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7269480" y="4517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$137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8805672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+$15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365760" y="502920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1480" y="50657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Dunedin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2221992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3483864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4745736" y="506577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5733288" y="5065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$101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7269480" y="5065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805672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+$82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365760" y="5577840"/>
            <a:ext cx="11064240" cy="49377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11480" y="56144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2221992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3483864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4745736" y="561441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+38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5733288" y="56144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$8,760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7269480" y="56144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$6,153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8805672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+$2,607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 — 🎁 Blind Box  (by L1W Units)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36576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" y="822960"/>
            <a:ext cx="128016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8229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57984" y="822960"/>
            <a:ext cx="594360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57984" y="82296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74736" y="822960"/>
            <a:ext cx="82296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74736" y="822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70848" y="822960"/>
            <a:ext cx="82296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70848" y="822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966960" y="822960"/>
            <a:ext cx="109728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6960" y="8229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1188720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122529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0392" y="122529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SSAS67527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03704" y="1225296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Dreams: Sonny Angels - Summer Vacation "Limited Edition" Series Blind 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0456" y="122529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16568" y="122529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12680" y="122529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1719072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175564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0392" y="175564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03704" y="175564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Jujutsu Kaisen Daily Life Series Blind Box (Single)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0456" y="17556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16568" y="17556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012680" y="175564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$14.99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2249424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228600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0392" y="228600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SSAS65821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203704" y="228600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Dreams: Sonny Angel - Dreaming Hippers Series Blind Box (Single)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0456" y="22860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16568" y="22860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012680" y="228600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$28.99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2779776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281635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50392" y="281635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DSMI66492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203704" y="281635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Dreams: Smiski - Capsule Strap Figures Series 4 Blind Box (Single)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20456" y="28163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116568" y="28163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012680" y="281635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$17.99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3310128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334670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50392" y="334670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203704" y="334670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Funism: Pokémon - Mini Adventure Series 3 Blind Box (Single)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220456" y="334670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116568" y="334670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429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012680" y="334670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$8.99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3840480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387705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50392" y="387705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DR1MARXU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203704" y="3877056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Dreams: Sonny Angel - MarineV1 Series Blind Box (Single)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220456" y="38770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9116568" y="38770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313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0012680" y="387705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$26.99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4370832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440740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50392" y="44074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DSMI66437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203704" y="44074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Dreams: Smiski - Hippers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220456" y="44074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9116568" y="44074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0012680" y="440740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65760" y="4901184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11480" y="493776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50392" y="493776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03704" y="493776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Maymei: Kitten Academy Series Blind Box (Single)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220456" y="49377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9116568" y="49377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0012680" y="493776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65760" y="5431536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11480" y="546811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850392" y="54681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2203704" y="546811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NARUTO SHIPPUDEN: Chronicles Great Ninja War Series Blind Box (Single)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8220456" y="546811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9116568" y="546811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10012680" y="54681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365760" y="5961888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11480" y="599846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50392" y="599846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DR1SWEXO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2203704" y="599846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Dreams: Sonny Angel - Sweets Series Blind Box (Single)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8220456" y="599846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9116568" y="599846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10012680" y="599846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$26.99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 — 🃏 Trading Card Games  (by L1W Units)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365760" cy="3474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" y="822960"/>
            <a:ext cx="1280160" cy="3474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8229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57984" y="822960"/>
            <a:ext cx="5943600" cy="3474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57984" y="82296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74736" y="822960"/>
            <a:ext cx="822960" cy="3474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74736" y="822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70848" y="822960"/>
            <a:ext cx="822960" cy="3474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70848" y="822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966960" y="822960"/>
            <a:ext cx="1097280" cy="3474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6960" y="8229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1188720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122529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0392" y="122529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2834927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03704" y="1225296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Dragon Ball Super Card Game: Masters –  Ultra Bout Impact Beyond Dimen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0456" y="122529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16568" y="122529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12680" y="122529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$12.99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1719072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175564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0392" y="175564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03704" y="175564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Avatar: The Last Airbender - Play Booster (Single)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0456" y="17556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16568" y="17556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012680" y="175564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$12.99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2249424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228600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0392" y="228600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01KOCORI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203704" y="228600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Yu-Gi-Oh! Chaos Origins Booster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0456" y="22860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269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16568" y="22860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012680" y="228600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$6.99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2779776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281635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50392" y="281635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WC2026S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203704" y="281635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Panini: FIFA World Cup Sticker Collection 2026 (Single)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20456" y="28163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268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116568" y="28163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1763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012680" y="281635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$4.99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3310128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334670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50392" y="334670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10-10380-119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203704" y="334670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Pokémon TCG: Mega Evolution - Perfect Order Booster (Single)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220456" y="334670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265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116568" y="334670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1572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012680" y="334670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$9.99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3840480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387705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50392" y="387705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132680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203704" y="3877056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the Gathering: Marvel Super Heroes - Play Booster (Single)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220456" y="38770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243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9116568" y="38770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0012680" y="387705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$13.99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4370832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440740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50392" y="44074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D45820000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203704" y="44074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the Gathering: Avatar: The Last Airbender - Collector Booster (S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220456" y="44074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213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9116568" y="44074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229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0012680" y="440740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$84.99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65760" y="4901184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11480" y="493776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50392" y="493776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UPR81320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03704" y="493776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 Pro Platinum Series Hologram 9 Pocket Page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220456" y="49377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9116568" y="49377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331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0012680" y="493776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$0.59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65760" y="5431536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11480" y="546811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850392" y="54681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21UVSRB-03BD01-EN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2203704" y="546811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Riftbound: League of Legends TCG – Unleashed Booster (Single)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8220456" y="546811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9116568" y="546811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353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10012680" y="54681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$10.99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365760" y="5961888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11480" y="599846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50392" y="599846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RB-02BD01-EN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2203704" y="599846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Riftbound: League of Legends TCG – Spiritforged Booster (Single)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8220456" y="599846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9116568" y="599846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376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10012680" y="599846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$10.99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 — 🎮 Games  (by L1W Units)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365760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" y="822960"/>
            <a:ext cx="1280160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8229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57984" y="822960"/>
            <a:ext cx="5943600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57984" y="82296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74736" y="822960"/>
            <a:ext cx="822960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74736" y="822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70848" y="822960"/>
            <a:ext cx="822960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70848" y="822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966960" y="822960"/>
            <a:ext cx="1097280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6960" y="8229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1188720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122529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0392" y="122529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128023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03704" y="1225296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7 With a Vengeance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0456" y="122529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16568" y="122529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12680" y="122529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$22.99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1719072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175564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0392" y="175564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03704" y="175564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7 (Hangsell Edition)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0456" y="17556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16568" y="17556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012680" y="175564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$22.99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2249424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228600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0392" y="228600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126265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203704" y="228600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Cozy Stickerville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0456" y="22860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16568" y="22860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012680" y="228600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$69.99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2779776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281635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50392" y="281635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BGZ116578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203704" y="281635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Hitler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20456" y="28163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116568" y="28163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012680" y="281635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$94.99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3310128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334670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50392" y="334670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STG2668EN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203704" y="334670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Everdell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220456" y="334670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116568" y="334670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012680" y="334670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$119.99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3840480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387705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50392" y="387705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16296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203704" y="3877056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Against Humanity: AU Edition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220456" y="38770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9116568" y="38770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0012680" y="387705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$69.99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4370832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440740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50392" y="44074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COU1IBC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203704" y="44074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Resistance: Coup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220456" y="44074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9116568" y="44074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0012680" y="440740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$27.99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65760" y="4901184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11480" y="493776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50392" y="493776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SMSKT01EN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03704" y="493776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 Team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220456" y="49377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9116568" y="49377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0012680" y="493776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$56.99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65760" y="5431536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11480" y="546811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850392" y="54681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130455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2203704" y="546811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DNUP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8220456" y="546811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9116568" y="546811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10012680" y="54681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365760" y="5961888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11480" y="599846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50392" y="599846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132226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2203704" y="599846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Flamecraft Duals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8220456" y="599846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9116568" y="599846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10012680" y="599846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$59.99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/ Tag Breakdown — 🎁 Blind Box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Box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92354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92354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0" y="8686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571 (15.7%)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38074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143560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1435608"/>
            <a:ext cx="3010954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138074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553 (15.2%)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18928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Vinyl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77440" y="194767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77440" y="1947672"/>
            <a:ext cx="2286801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18928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 (11.5%)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2404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77440" y="245973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2459736"/>
            <a:ext cx="1344857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24048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247 (6.8%)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29169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Vinyl Minifigure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77440" y="297180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0" y="2971800"/>
            <a:ext cx="1007281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2120" y="29169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 (5.1%)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34290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When Below 7 Stock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77440" y="348386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77440" y="3483864"/>
            <a:ext cx="849383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34290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 (4.3%)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39410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Sonny Angels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377440" y="399592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77440" y="3995928"/>
            <a:ext cx="729598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32120" y="39410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 (3.7%)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4531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Plush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377440" y="450799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77440" y="4507992"/>
            <a:ext cx="528142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44531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 (2.7%)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9651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Sonny Angel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377440" y="502005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77440" y="5020056"/>
            <a:ext cx="484584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2120" y="496519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 (2.5%)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5760" y="54772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Smiski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377440" y="553212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0" y="5532120"/>
            <a:ext cx="392023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32120" y="54772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(2%)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59893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PO20260630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377440" y="604418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377440" y="6044184"/>
            <a:ext cx="375689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32120" y="59893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(1.9%)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65760" y="65013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377440" y="655624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77440" y="6556248"/>
            <a:ext cx="353910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32120" y="65013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(1.8%)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65760" y="70134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new-9999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377440" y="706831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377440" y="7068312"/>
            <a:ext cx="343020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32120" y="70134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(1.7%)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65760" y="7525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6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377440" y="758037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7580376"/>
            <a:ext cx="299462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32120" y="752551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(1.5%)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675120" y="822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Themes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675120" y="1261872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812280" y="1508760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78040" y="1307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Box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178040" y="1719072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78040" y="1719072"/>
            <a:ext cx="502463" cy="219456"/>
          </a:xfrm>
          <a:prstGeom prst="roundRect">
            <a:avLst>
              <a:gd name="adj" fmla="val 20833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515600" y="16824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571 units · 15.7%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675120" y="2249424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812280" y="2496312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178040" y="22951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178040" y="2706624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178040" y="2706624"/>
            <a:ext cx="486461" cy="219456"/>
          </a:xfrm>
          <a:prstGeom prst="roundRect">
            <a:avLst>
              <a:gd name="adj" fmla="val 20833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515600" y="26700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553 units · 15.2%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675120" y="3236976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812280" y="3483864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178040" y="32826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Vinyl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7178040" y="3694176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178040" y="3694176"/>
            <a:ext cx="368046" cy="219456"/>
          </a:xfrm>
          <a:prstGeom prst="roundRect">
            <a:avLst>
              <a:gd name="adj" fmla="val 20833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515600" y="36576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 units · 11.5%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675120" y="4224528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6812280" y="4471416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178040" y="4270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Dreams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7178040" y="4681728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178040" y="4681728"/>
            <a:ext cx="217627" cy="219456"/>
          </a:xfrm>
          <a:prstGeom prst="roundRect">
            <a:avLst>
              <a:gd name="adj" fmla="val 21008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515600" y="46451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247 units · 6.8%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675120" y="521208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6812280" y="5458968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178040" y="5257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Vinyl Minifigure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7178040" y="5669280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178040" y="5669280"/>
            <a:ext cx="163220" cy="219456"/>
          </a:xfrm>
          <a:prstGeom prst="roundRect">
            <a:avLst>
              <a:gd name="adj" fmla="val 28011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515600" y="56327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 units · 5.1%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/ Tag Breakdown — 🃏 Trading Card Games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92354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92354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0" y="8686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598 (11.7%)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38074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143560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1435608"/>
            <a:ext cx="2370712" cy="27432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138074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456 (8.9%)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18928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Card Games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77440" y="194767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77440" y="1947672"/>
            <a:ext cx="1497292" cy="27432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18928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288 (5.6%)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2404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Store Only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77440" y="245973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2459736"/>
            <a:ext cx="909813" cy="27432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24048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 (3.4%)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29169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The Gathering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77440" y="297180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0" y="2971800"/>
            <a:ext cx="868221" cy="27432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2120" y="29169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 (3.3%)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34290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77440" y="348386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77440" y="3483864"/>
            <a:ext cx="863022" cy="27432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34290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166 (3.2%)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39410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Dragon Ball Super Card Game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377440" y="399592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77440" y="3995928"/>
            <a:ext cx="707054" cy="27432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32120" y="39410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 (2.7%)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4531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Dragonball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377440" y="450799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77440" y="4507992"/>
            <a:ext cx="707054" cy="27432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44531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 (2.7%)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9651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377440" y="502005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77440" y="5020056"/>
            <a:ext cx="707054" cy="27432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2120" y="496519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 (2.7%)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5760" y="54772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Card Game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377440" y="553212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0" y="5532120"/>
            <a:ext cx="649866" cy="27432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32120" y="54772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 (2.4%)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59893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Protector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377440" y="604418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377440" y="6044184"/>
            <a:ext cx="551087" cy="27432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32120" y="59893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 (2.1%)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65760" y="65013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Pokemon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377440" y="655624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77440" y="6556248"/>
            <a:ext cx="530291" cy="27432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32120" y="65013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 (2%)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65760" y="70134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Pokemon TCG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377440" y="706831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377440" y="7068312"/>
            <a:ext cx="504296" cy="27432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32120" y="70134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 (1.9%)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65760" y="7525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377440" y="758037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7580376"/>
            <a:ext cx="389920" cy="27432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32120" y="752551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(1.5%)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675120" y="822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Themes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675120" y="1261872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812280" y="1508760"/>
            <a:ext cx="274320" cy="27432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78040" y="1307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TCG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178040" y="1719072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78040" y="1719072"/>
            <a:ext cx="374447" cy="219456"/>
          </a:xfrm>
          <a:prstGeom prst="roundRect">
            <a:avLst>
              <a:gd name="adj" fmla="val 20833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515600" y="16824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598 units · 11.7%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675120" y="2249424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812280" y="2496312"/>
            <a:ext cx="274320" cy="27432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178040" y="22951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Booster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178040" y="2706624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178040" y="2706624"/>
            <a:ext cx="284836" cy="219456"/>
          </a:xfrm>
          <a:prstGeom prst="roundRect">
            <a:avLst>
              <a:gd name="adj" fmla="val 20833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515600" y="26700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456 units · 8.9%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675120" y="3236976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812280" y="3483864"/>
            <a:ext cx="274320" cy="27432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178040" y="32826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Card Games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7178040" y="3694176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178040" y="3694176"/>
            <a:ext cx="179222" cy="219456"/>
          </a:xfrm>
          <a:prstGeom prst="roundRect">
            <a:avLst>
              <a:gd name="adj" fmla="val 2551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515600" y="36576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288 units · 5.6%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675120" y="4224528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6812280" y="4471416"/>
            <a:ext cx="274320" cy="27432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178040" y="4270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Store Only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7178040" y="4681728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178040" y="4681728"/>
            <a:ext cx="108814" cy="219456"/>
          </a:xfrm>
          <a:prstGeom prst="roundRect">
            <a:avLst>
              <a:gd name="adj" fmla="val 42017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515600" y="46451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 units · 3.4%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675120" y="521208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6812280" y="5458968"/>
            <a:ext cx="274320" cy="27432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178040" y="5257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The Gathering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7178040" y="5669280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178040" y="5669280"/>
            <a:ext cx="105613" cy="219456"/>
          </a:xfrm>
          <a:prstGeom prst="roundRect">
            <a:avLst>
              <a:gd name="adj" fmla="val 4329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515600" y="56327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 units · 3.3%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/ Tag Breakdown — 🎮 Games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Game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92354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92354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0" y="8686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(5%)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38074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143560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1435608"/>
            <a:ext cx="1727200" cy="27432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138074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(2.9%)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18928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 Game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77440" y="194767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77440" y="1947672"/>
            <a:ext cx="1381760" cy="27432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18928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(2.3%)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2404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77440" y="245973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2459736"/>
            <a:ext cx="1381760" cy="27432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24048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(2.3%)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29169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Management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77440" y="297180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0" y="2971800"/>
            <a:ext cx="1381760" cy="27432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2120" y="29169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(2.3%)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34290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8+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77440" y="348386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77440" y="3483864"/>
            <a:ext cx="1036320" cy="27432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34290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(1.9%)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39410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377440" y="399592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77440" y="3995928"/>
            <a:ext cx="1036320" cy="27432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32120" y="39410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(1.8%)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4531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Game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377440" y="450799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77440" y="4507992"/>
            <a:ext cx="1036320" cy="27432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44531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(1.8%)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9651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10+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377440" y="502005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77440" y="5020056"/>
            <a:ext cx="1036320" cy="27432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2120" y="496519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(1.4%)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5760" y="54772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377440" y="553212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0" y="5532120"/>
            <a:ext cx="690880" cy="27432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32120" y="54772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(1.3%)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59893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new-9999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377440" y="604418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377440" y="6044184"/>
            <a:ext cx="690880" cy="27432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32120" y="59893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(1.3%)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65760" y="65013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Humor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377440" y="655624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77440" y="6556248"/>
            <a:ext cx="690880" cy="27432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32120" y="65013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(1.3%)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65760" y="70134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Cooperative Game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377440" y="706831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377440" y="7068312"/>
            <a:ext cx="690880" cy="27432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32120" y="70134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(1.3%)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65760" y="7525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Rolling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377440" y="758037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7580376"/>
            <a:ext cx="690880" cy="27432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32120" y="752551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(1.2%)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675120" y="822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Themes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675120" y="1261872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812280" y="1508760"/>
            <a:ext cx="274320" cy="27432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78040" y="1307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Game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178040" y="1719072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78040" y="1719072"/>
            <a:ext cx="160020" cy="219456"/>
          </a:xfrm>
          <a:prstGeom prst="roundRect">
            <a:avLst>
              <a:gd name="adj" fmla="val 28571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515600" y="16824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units · 5%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675120" y="2249424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812280" y="2496312"/>
            <a:ext cx="274320" cy="27432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178040" y="22951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178040" y="2706624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178040" y="2706624"/>
            <a:ext cx="92812" cy="219456"/>
          </a:xfrm>
          <a:prstGeom prst="roundRect">
            <a:avLst>
              <a:gd name="adj" fmla="val 49261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515600" y="26700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units · 2.9%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675120" y="3236976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812280" y="3483864"/>
            <a:ext cx="274320" cy="27432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178040" y="32826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 Game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7178040" y="3694176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178040" y="3694176"/>
            <a:ext cx="73609" cy="219456"/>
          </a:xfrm>
          <a:prstGeom prst="roundRect">
            <a:avLst>
              <a:gd name="adj" fmla="val 62112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515600" y="36576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units · 2.3%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675120" y="4224528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6812280" y="4471416"/>
            <a:ext cx="274320" cy="27432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178040" y="4270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7178040" y="4681728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178040" y="4681728"/>
            <a:ext cx="73609" cy="219456"/>
          </a:xfrm>
          <a:prstGeom prst="roundRect">
            <a:avLst>
              <a:gd name="adj" fmla="val 62112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515600" y="46451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units · 2.3%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675120" y="521208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6812280" y="5458968"/>
            <a:ext cx="274320" cy="27432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178040" y="5257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Management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7178040" y="5669280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178040" y="5669280"/>
            <a:ext cx="73609" cy="219456"/>
          </a:xfrm>
          <a:prstGeom prst="roundRect">
            <a:avLst>
              <a:gd name="adj" fmla="val 62112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515600" y="56327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units · 2.3%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Incoming Shipments — This Week &amp; Beyond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active incoming shipments for these categories.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Performance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68680"/>
            <a:ext cx="3749040" cy="548640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68680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686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 Blind Box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55448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52828" y="155448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Ikon / Pop Mart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4884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 Units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52828" y="214884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3,642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74320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 Revenue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52828" y="274320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$76,997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33756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 Units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52828" y="333756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10,435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93192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 Revenue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052828" y="393192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$212,733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48056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52628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Weekly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52828" y="452628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3,478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507492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12064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SKUs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052828" y="512064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389120" y="868680"/>
            <a:ext cx="3749040" cy="548640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89120" y="868680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0" y="8686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🃏  Trading Card Games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480560" y="150876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155448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076188" y="155448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Play Games / Geek Culture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480560" y="210312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0" y="214884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 Units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076188" y="214884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5,096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480560" y="269748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0" y="274320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 Revenue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076188" y="274320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$68,498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480560" y="329184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0" y="333756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 Units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076188" y="333756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15,587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480560" y="388620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0" y="393192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 Revenue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076188" y="393192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$169,756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480560" y="448056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0" y="452628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Weekly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076188" y="452628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5,196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4480560" y="507492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0" y="512064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SKUs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076188" y="512064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8412480" y="868680"/>
            <a:ext cx="3749040" cy="548640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8412480" y="868680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412480" y="8686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Games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8503920" y="150876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595360" y="155448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10099548" y="155448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Play Games / VR Distribution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8503920" y="210312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595360" y="214884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 Units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10099548" y="214884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8503920" y="269748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595360" y="274320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 Revenue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10099548" y="274320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$8,763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8503920" y="329184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595360" y="333756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 Units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10099548" y="333756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457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8503920" y="388620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595360" y="393192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 Revenue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10099548" y="393192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$21,074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8503920" y="448056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595360" y="452628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Weekly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0099548" y="452628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8503920" y="507492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595360" y="512064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SKUs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10099548" y="512064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3566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Box / Trading Card Games / Games  |  WK 27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6217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Su  ·  PopStop Ltd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2026-07-06T22:53:47Z</dcterms:created>
  <dcterms:modified xsi:type="dcterms:W3CDTF">2026-07-06T22:53:47Z</dcterms:modified>
</cp:coreProperties>
</file>