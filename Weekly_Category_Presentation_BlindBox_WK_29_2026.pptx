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Category Report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Box / Trading Card Games / Games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Tim Su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Line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  vs  WK 27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Blind Box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4,519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71659"/>
            <a:ext cx="1920240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877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$96,013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743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3,642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029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$76,997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315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09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+24.7%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601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944368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44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 Trading Card Games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3,526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457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437035"/>
            <a:ext cx="1920240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1570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51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$37,545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2743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5,096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5029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23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$68,498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7315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509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01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-45.2%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9601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809744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809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Games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endParaRPr lang="en-US" sz="3400" dirty="0"/>
          </a:p>
        </p:txBody>
      </p:sp>
      <p:sp>
        <p:nvSpPr>
          <p:cNvPr id="47" name="Text 45"/>
          <p:cNvSpPr/>
          <p:nvPr/>
        </p:nvSpPr>
        <p:spPr>
          <a:xfrm>
            <a:off x="457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302411"/>
            <a:ext cx="1920240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16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51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43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$10,148</a:t>
            </a:r>
            <a:endParaRPr lang="en-US" sz="3400" dirty="0"/>
          </a:p>
        </p:txBody>
      </p:sp>
      <p:sp>
        <p:nvSpPr>
          <p:cNvPr id="51" name="Text 49"/>
          <p:cNvSpPr/>
          <p:nvPr/>
        </p:nvSpPr>
        <p:spPr>
          <a:xfrm>
            <a:off x="2743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937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29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</a:t>
            </a:r>
            <a:endParaRPr lang="en-US" sz="3400" dirty="0"/>
          </a:p>
        </p:txBody>
      </p:sp>
      <p:sp>
        <p:nvSpPr>
          <p:cNvPr id="54" name="Text 52"/>
          <p:cNvSpPr/>
          <p:nvPr/>
        </p:nvSpPr>
        <p:spPr>
          <a:xfrm>
            <a:off x="5029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223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15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$8,763</a:t>
            </a:r>
            <a:endParaRPr lang="en-US" sz="3400" dirty="0"/>
          </a:p>
        </p:txBody>
      </p:sp>
      <p:sp>
        <p:nvSpPr>
          <p:cNvPr id="57" name="Text 55"/>
          <p:cNvSpPr/>
          <p:nvPr/>
        </p:nvSpPr>
        <p:spPr>
          <a:xfrm>
            <a:off x="7315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509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601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+15.8%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9601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🎁 Blind Box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$23,119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$17,820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+$5,299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$20,525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$14,429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+$6,096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$13,259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$11,161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+$2,098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$10,463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$9,988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+$475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475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$10,068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$6,918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+$3,150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357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$7,357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$6,571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+$786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281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$5,357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$4,624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+$733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$5,861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$5,483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+$378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4,519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3,642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+877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$96,009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$76,994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+$19,015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🃏 Trading Card Games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-261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$6,658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$11,655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-$4,997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$5,753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$6,589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-$836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$5,244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$9,234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-$3,990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$4,876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$6,478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-$1,602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479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$5,077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$8,979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-$3,902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982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-659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$4,072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$14,886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-$10,814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$3,054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$2,738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+$316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537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-330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$2,808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$7,935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-$5,127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3,526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5,096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-1570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$37,542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$68,494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-$30,952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🎮 Games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$3,094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$3,103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$1,935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$1,903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$1,438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$1,182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+$256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$1,608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$1,125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+$483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$665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$770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$608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+$162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$395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$152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+$243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$238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$101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+$137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$10,143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$8,760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+$1,383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🎁 Blind Box  (by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SSAS67527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Sonny Angels - Summer Vacation "Limited Edition" Series Blind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Daily Life Series Blind Box (Single)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SSAS65821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Sonny Angel - Dreaming Hippers Series Blind Box (Single)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DR1HIPXX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Sonny Angel - Hippers Series Blind Box (Single)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DR1FRUXY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Sonny Angel - FruitV1 Series Blind Box (Single)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DR1ANI1N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Sonny Angel - AnimalV1 Series Blind Box (Single)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DSMI66443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Smiski - Sunday Series Blind Box (Single)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DR1ANI2N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Sonny Angel - AnimalV2 Series Blind Box (Single)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DR1SWEXO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Sonny Angel - Sweets Series Blind Box (Single)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DSMI66437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Smiski - Hippers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🃏 Trading Card Games  (by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Avatar: The Last Airbender - Play Booster (Single)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2834927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 Ball Super Card Game: Masters –  Ultra Bout Impact Beyond Dimen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WC2026S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Panini: FIFA World Cup Sticker Collection 2026 (Single)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the Gathering: Spiderman - Play Booster (Single)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RB-02BD01-EN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Riftbound: League of Legends TCG – Spiritforged Booster (Single)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D51630000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the Gathering: Teenage Mutant Ninja Turtles - Play Booster (Sing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D45820000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the Gathering: Avatar: The Last Airbender - Collector Booster (S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Kabao: Sanrio - Polaroid Party Series 5 3pcs Booster (Single)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269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SAN-P-01-004T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Kabao: Sanrio - Polaroid Party Series 4 3pcs Booster (Single)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298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132680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the Gathering: Marvel Super Heroes - Play Booster (Single)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465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$13.99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🎮 Games  (by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128023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7 With a Vengeance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COU1IBC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Resistance: Coup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PA135725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Hues and Cues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STG2668EN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Everdell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$119.99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BGZ116578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Hitler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130763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Finspan - Sharks &amp; Reefs Expansion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116903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&amp; Game - Exploding Kittens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59060E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MicroMacro: Crime City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130762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Wingspan - Americas Expansion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78728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Crowns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$26.99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🎁 Blind Box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Box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704 (15.6%)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2989724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677 (15%)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2278726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516 (11.4%)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1324841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(6.6%)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Vinyl Minifigure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1064289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 (5.3%)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When Below 7 Stock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874395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 (4.4%)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Sonny Angels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768408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(3.9%)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543185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(2.7%)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Sonny Angel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521104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(2.6%)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Smiski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375372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(1.9%)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353291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(1.8%)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new-9999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348875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(1.7%)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Keychain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322378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(1.6%)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PO20260630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322378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(1.6%)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Box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499262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704 units · 15.6%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480060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677 units · 15%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Vinyl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364846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516 units · 11.4%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211226" cy="219456"/>
          </a:xfrm>
          <a:prstGeom prst="roundRect">
            <a:avLst>
              <a:gd name="adj" fmla="val 21645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units · 6.6%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Vinyl Minifigure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169621" cy="219456"/>
          </a:xfrm>
          <a:prstGeom prst="roundRect">
            <a:avLst>
              <a:gd name="adj" fmla="val 26954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 units · 5.3%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🃏 Trading Card Games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 (11.5%)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1842347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(6.8%)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Card Games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1197525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(4.4%)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The Gathering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1159143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(4.3%)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1143790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(4.2%)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Card Game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921173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(3.4%)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JSH266P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729262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(2.7%)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Store Only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713909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(2.6%)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 Ball Super Card Game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660174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(2.4%)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Dragonball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660174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(2.4%)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660174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(2.4%)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Booster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637145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(2.4%)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Protector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614116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(2.3%)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The Last Airbender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598763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(2.2%)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368046" cy="219456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 units · 11.5%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217627" cy="219456"/>
          </a:xfrm>
          <a:prstGeom prst="roundRect">
            <a:avLst>
              <a:gd name="adj" fmla="val 21008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units · 6.8%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Card Games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140818" cy="219456"/>
          </a:xfrm>
          <a:prstGeom prst="roundRect">
            <a:avLst>
              <a:gd name="adj" fmla="val 32467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units · 4.4%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The Gathering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137617" cy="219456"/>
          </a:xfrm>
          <a:prstGeom prst="roundRect">
            <a:avLst>
              <a:gd name="adj" fmla="val 3322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units · 4.3%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MTG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134417" cy="219456"/>
          </a:xfrm>
          <a:prstGeom prst="roundRect">
            <a:avLst>
              <a:gd name="adj" fmla="val 34014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units · 4.2%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🎮 Games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Game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(5%)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(2.5%)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(2.3%)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Management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(2.3%)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Game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(2.3%)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1243584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(1.9%)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Game Essential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1243584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(1.8%)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new-9999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1243584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(1.8%)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932688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(1.7%)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8+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932688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(1.7%)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Game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932688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(1.6%)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932688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(1.6%)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932688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(1.5%)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932688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(1.3%)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Game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160020" cy="219456"/>
          </a:xfrm>
          <a:prstGeom prst="roundRect">
            <a:avLst>
              <a:gd name="adj" fmla="val 28571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units · 5%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80010" cy="219456"/>
          </a:xfrm>
          <a:prstGeom prst="roundRect">
            <a:avLst>
              <a:gd name="adj" fmla="val 57143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units · 2.5%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73609" cy="219456"/>
          </a:xfrm>
          <a:prstGeom prst="roundRect">
            <a:avLst>
              <a:gd name="adj" fmla="val 62112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units · 2.3%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Management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73609" cy="219456"/>
          </a:xfrm>
          <a:prstGeom prst="roundRect">
            <a:avLst>
              <a:gd name="adj" fmla="val 62112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units · 2.3%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Game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73609" cy="219456"/>
          </a:xfrm>
          <a:prstGeom prst="roundRect">
            <a:avLst>
              <a:gd name="adj" fmla="val 62112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units · 2.3%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Incoming Shipments — This Week &amp; Beyond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active incoming shipments for these categories.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Blind Box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544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2828" y="15544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/ Pop Mart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488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2828" y="21488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4,519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4320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2828" y="274320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$96,013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3756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2828" y="333756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11,135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319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2828" y="393192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$233,783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262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52828" y="45262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3,712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07492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1206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52828" y="51206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389120" y="86868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0" y="8686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868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 Trading Card Games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480560" y="150876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15544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76188" y="15544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Play Games / Geek Culture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80560" y="2103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1488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76188" y="21488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480560" y="269748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274320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76188" y="274320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$37,545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480560" y="329184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333756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76188" y="333756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13,430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480560" y="388620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39319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76188" y="393192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$151,278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480560" y="448056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45262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76188" y="45262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4,477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480560" y="507492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51206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76188" y="51206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412480" y="86868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412480" y="8686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0" y="868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Games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503920" y="150876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95360" y="15544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099548" y="15544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Play Games / VR Distribution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503920" y="2103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95360" y="21488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099548" y="21488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503920" y="269748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95360" y="274320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099548" y="274320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$10,148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8503920" y="329184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95360" y="333756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0099548" y="333756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527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8503920" y="388620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95360" y="39319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099548" y="393192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$25,066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503920" y="448056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595360" y="45262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099548" y="45262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8503920" y="507492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95360" y="51206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0099548" y="51206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Box / Trading Card Games / Games  |  WK 28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Su  ·  PopStop Ltd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2026-07-13T22:14:53Z</dcterms:created>
  <dcterms:modified xsi:type="dcterms:W3CDTF">2026-07-13T22:14:53Z</dcterms:modified>
</cp:coreProperties>
</file>