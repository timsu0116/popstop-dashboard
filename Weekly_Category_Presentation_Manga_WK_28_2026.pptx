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Category Report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 / Vinyl Figures / Model Kits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 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Tim Su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Line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  vs  WK 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789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Manga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This Week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71659"/>
            <a:ext cx="1920240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137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$22,976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743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Week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029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Last Week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23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$19,716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315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Last Week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509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+16.5%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9601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944368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944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🎎  Vinyl Figures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457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This Week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437035"/>
            <a:ext cx="1920240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161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651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43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$12,185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2743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Week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5029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Last Week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223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315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$4,329</a:t>
            </a:r>
            <a:endParaRPr lang="en-US" sz="3400" dirty="0"/>
          </a:p>
        </p:txBody>
      </p:sp>
      <p:sp>
        <p:nvSpPr>
          <p:cNvPr id="39" name="Text 37"/>
          <p:cNvSpPr/>
          <p:nvPr/>
        </p:nvSpPr>
        <p:spPr>
          <a:xfrm>
            <a:off x="7315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Last Week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509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601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+181.5%</a:t>
            </a:r>
            <a:endParaRPr lang="en-US" sz="3400" dirty="0"/>
          </a:p>
        </p:txBody>
      </p:sp>
      <p:sp>
        <p:nvSpPr>
          <p:cNvPr id="42" name="Text 40"/>
          <p:cNvSpPr/>
          <p:nvPr/>
        </p:nvSpPr>
        <p:spPr>
          <a:xfrm>
            <a:off x="9601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Δ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" y="4809744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8097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Model Kits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57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</a:t>
            </a:r>
            <a:endParaRPr lang="en-US" sz="3400" dirty="0"/>
          </a:p>
        </p:txBody>
      </p:sp>
      <p:sp>
        <p:nvSpPr>
          <p:cNvPr id="47" name="Text 45"/>
          <p:cNvSpPr/>
          <p:nvPr/>
        </p:nvSpPr>
        <p:spPr>
          <a:xfrm>
            <a:off x="457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This Week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6302411"/>
            <a:ext cx="1920240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16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651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743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$9,562</a:t>
            </a:r>
            <a:endParaRPr lang="en-US" sz="3400" dirty="0"/>
          </a:p>
        </p:txBody>
      </p:sp>
      <p:sp>
        <p:nvSpPr>
          <p:cNvPr id="51" name="Text 49"/>
          <p:cNvSpPr/>
          <p:nvPr/>
        </p:nvSpPr>
        <p:spPr>
          <a:xfrm>
            <a:off x="2743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Week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937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029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</a:t>
            </a:r>
            <a:endParaRPr lang="en-US" sz="3400" dirty="0"/>
          </a:p>
        </p:txBody>
      </p:sp>
      <p:sp>
        <p:nvSpPr>
          <p:cNvPr id="54" name="Text 52"/>
          <p:cNvSpPr/>
          <p:nvPr/>
        </p:nvSpPr>
        <p:spPr>
          <a:xfrm>
            <a:off x="5029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Last Week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223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15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$8,823</a:t>
            </a:r>
            <a:endParaRPr lang="en-US" sz="3400" dirty="0"/>
          </a:p>
        </p:txBody>
      </p:sp>
      <p:sp>
        <p:nvSpPr>
          <p:cNvPr id="57" name="Text 55"/>
          <p:cNvSpPr/>
          <p:nvPr/>
        </p:nvSpPr>
        <p:spPr>
          <a:xfrm>
            <a:off x="7315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Last Week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509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9601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+8.4%</a:t>
            </a:r>
            <a:endParaRPr lang="en-US" sz="3400" dirty="0"/>
          </a:p>
        </p:txBody>
      </p:sp>
      <p:sp>
        <p:nvSpPr>
          <p:cNvPr id="60" name="Text 58"/>
          <p:cNvSpPr/>
          <p:nvPr/>
        </p:nvSpPr>
        <p:spPr>
          <a:xfrm>
            <a:off x="9601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Δ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— 📖 Manga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Units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18872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2252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Sylvia Park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2199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83864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5736" y="12252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33288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$5,145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$4,181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0567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+$964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173736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17739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Riccarton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2199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83864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45736" y="17739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33288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$3,842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$3,237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0567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+$605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28600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3225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Queensgate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2199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83864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45736" y="23225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33288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$3,515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$2,992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80567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+$523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8712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Rapa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2199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83864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45736" y="28712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33288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$2,825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269480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$2,232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80567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+$593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38328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4198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Papanui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2199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83864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45736" y="3419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733288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$2,629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69480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$2,206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80567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+$423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393192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39684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22199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483864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45736" y="39684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733288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$2,237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269480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$1,315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80567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+$922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48056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5171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Dunedin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2199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483864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745736" y="45171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733288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$1,670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269480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$2,073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80567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-$403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502920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50657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Richmond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22199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483864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745736" y="50657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733288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$1,109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269480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$1,477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80567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-$368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5760" y="5577840"/>
            <a:ext cx="11064240" cy="4937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1480" y="56144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22199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930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483864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793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745736" y="56144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+137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5733288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$22,972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269480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$19,713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880567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+$3,259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— 🎎 Vinyl Figures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Units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18872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2252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Riccarton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2199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83864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5736" y="12252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33288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$2,451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$1,177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0567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+$1,274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173736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17739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Queensgate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2199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83864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45736" y="17739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33288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$2,234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$1,022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0567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+$1,212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28600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3225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Sylvia Park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2199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83864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45736" y="23225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33288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$1,943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$699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80567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+$1,244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8712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Rapa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2199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83864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45736" y="28712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33288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$1,903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269480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$469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80567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+$1,434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38328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4198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2199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83864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45736" y="3419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733288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$1,043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69480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$313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80567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+$730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393192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39684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Papanui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22199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483864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45736" y="39684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733288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$1,021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269480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$340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80567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+$681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48056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5171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Richmond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2199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483864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745736" y="45171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733288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$845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269480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$188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80567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+$657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502920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50657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Dunedin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22199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483864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745736" y="50657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733288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$741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269480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$117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80567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+$624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5760" y="5577840"/>
            <a:ext cx="11064240" cy="4937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1480" y="56144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22199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483864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745736" y="56144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+161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5733288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$12,181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269480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$4,325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880567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+$7,856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— 🛠️ Model Kits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Units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18872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2252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Queensgate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2199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83864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5736" y="12252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33288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$2,114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$1,717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0567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+$397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173736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17739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Riccarton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2199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83864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45736" y="17739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33288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$1,464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$1,901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0567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-$437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28600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3225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Sylvia Park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2199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83864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45736" y="23225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33288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$1,435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$1,903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80567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-$468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8712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Rapa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2199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83864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45736" y="28712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33288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$1,349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269480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$737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80567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+$612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38328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4198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Papanui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2199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83864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45736" y="3419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733288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$1,571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69480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$645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80567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+$926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393192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39684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Dunedin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22199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483864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45736" y="39684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733288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$930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269480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$1,043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80567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-$113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48056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5171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2199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483864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745736" y="45171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733288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$546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269480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$713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80567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-$167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502920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50657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Richmond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22199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483864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745736" y="50657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733288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$149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269480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$161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80567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-$12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5760" y="5577840"/>
            <a:ext cx="11064240" cy="4937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1480" y="56144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22199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483864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745736" y="56144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5733288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$9,558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269480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$8,820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880567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+$738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— 📖 Manga  (by L1W Units)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188720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22529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" y="12252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9781974754977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03704" y="122529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- Vol. 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0456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16568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12680" y="1225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$20.99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719072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7556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" y="17556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9781974751884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03704" y="175564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- Vol. 25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0456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16568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12680" y="17556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249424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28600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" y="22860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9798855430646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03704" y="228600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Summer Hikaru Died - Vol. 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0456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16568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12680" y="22860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779776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8163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" y="2816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9781974720149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03704" y="281635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0456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16568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012680" y="28163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$20.99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310128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34670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" y="33467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9781974752546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03704" y="334670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JoJo's Bizarre Adventure: Part 7--Steel Ball Run - Vol. 1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0456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116568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012680" y="334670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$42.99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840480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8770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0392" y="3877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9781974710034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03704" y="387705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- Vol. 2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0456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116568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012680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$20.99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370832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4074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50392" y="44074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9781646090716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203704" y="44074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Apothecary Diaries - Vol. 2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0456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116568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012680" y="44074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$25.99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4901184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93776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50392" y="49377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03704" y="49377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- Vol. 4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20456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116568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012680" y="49377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$20.99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" y="5431536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54681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50392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9781421501086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203704" y="546811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Nana - Vol. 1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220456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9116568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012680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$20.99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65760" y="5961888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1480" y="59984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50392" y="59984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FEB192285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203704" y="599846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Witch Hat Atelier Vol 1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20456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9116568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012680" y="59984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$28.99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— 🎎 Vinyl Figures  (by L1W Units)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188720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22529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" y="12252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4573102711878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03704" y="122529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- Theorama Soul Shanks Figure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0456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16568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12680" y="1225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$54.99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719072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7556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" y="17556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840342405152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03704" y="175564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Hatsune Miku - Sakura Miku Newley Written Figure (Japanese Cafe Versio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0456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16568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12680" y="17556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$49.99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249424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28600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" y="22860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4983164285468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03704" y="228600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Apothecary Diaries - Big Sofvimates Maomao Figure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0456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16568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12680" y="22860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$54.99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779776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8163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" y="2816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4573102711229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03704" y="281635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Apothecary Diaries - Maomao Figure (Walking Around Town)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0456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16568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012680" y="28163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$54.99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310128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34670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" y="33467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4573102711748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03704" y="334670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Hero Academia - Maximatic Izuku Midoriya III Figure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0456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116568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012680" y="334670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$54.99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840480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8770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0392" y="3877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840342405145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03704" y="387705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Frieren Beyond Journeys' End -  Frieren (Summer Dress Version) Desktop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0456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116568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012680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$49.99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370832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4074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50392" y="44074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4573102710116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203704" y="44074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Frieren: Beyond Journey's End - Maximatic Fern Figure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0456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116568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012680" y="44074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$54.99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4901184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93776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50392" y="49377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4983164194654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03704" y="49377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- Jufutsunowaza Megumi Fushiguro Figure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20456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116568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012680" y="49377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$49.99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" y="5431536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54681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50392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TLSCHBSSASSTWB01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203704" y="546811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Strawberry Shortcake - 2.5 Inch Assorted Collectible Figure (Single)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220456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9116568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012680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$16.99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65760" y="5961888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1480" y="59984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50392" y="59984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BP89082L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203704" y="599846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Leveling - Excite Motions (Vol.1) Sung Jin-Woo Espresto Figure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20456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9116568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012680" y="59984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$54.99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— 🛠️ Model Kits  (by L1W Units)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188720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22529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" y="12252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MIEX01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03704" y="122529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EX.RS Tool Set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0456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16568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12680" y="1225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$27.99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719072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7556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" y="17556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MIEX03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03704" y="175564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EX.RS Tool Set No.2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0456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16568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12680" y="17556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$34.99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249424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28600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" y="22860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G5057957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03704" y="228600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1/144 FG CHAR'S ZAKU Model Kit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0456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16568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12680" y="22860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$14.99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779776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8163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" y="2816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G5061915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03704" y="281635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 1/144 Hi-Nu Gundam Model Kit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0456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16568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012680" y="28163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$99.99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310128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34670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" y="33467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BLO71141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03704" y="334670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- Classic Class Optimus Prime Model Kit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0456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116568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012680" y="334670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840480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8770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0392" y="3877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G5073587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03704" y="387705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 - Quick!! 26 Jolteon Model Kit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0456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116568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012680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$19.99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370832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4074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50392" y="44074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G5055602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203704" y="44074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 1/144 GUNDAM ASTRAY RED FRAME (FLIGHT UNIT) Model Kit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0456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116568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012680" y="44074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$49.99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4901184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93776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50392" y="49377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BLO73501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03704" y="49377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Evangelion - Evangelion EVA-01 Test Action Edition Model Kit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20456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116568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012680" y="49377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$74.99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" y="5431536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54681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50392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BLO71158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203704" y="546811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(2007) - Classic Class Megatron Model Kit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220456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9116568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012680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$34.99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65760" y="5961888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1480" y="59984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50392" y="59984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BLO71184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203704" y="599846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Transformers: One - Shockwave Model Kit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20456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9116568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012680" y="59984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/ Tag Breakdown — 📖 Manga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 (23%)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807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Shonen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43560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435608"/>
            <a:ext cx="1176756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3807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(8.7%)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194767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947672"/>
            <a:ext cx="668281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892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(5%)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new-9999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45973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2459736"/>
            <a:ext cx="653753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404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(4.8%)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916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 Media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97180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2971800"/>
            <a:ext cx="624698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916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(4.6%)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348386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3483864"/>
            <a:ext cx="450363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429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(3.3%)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9410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399592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3995928"/>
            <a:ext cx="421308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(3.1%)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453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Seinen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450799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4507992"/>
            <a:ext cx="290557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4453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(2.1%)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965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Boys' Love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502005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5020056"/>
            <a:ext cx="232446" cy="274320"/>
          </a:xfrm>
          <a:prstGeom prst="roundRect">
            <a:avLst>
              <a:gd name="adj" fmla="val 2360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4965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(1.7%)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54772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 Press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77440" y="553212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5532120"/>
            <a:ext cx="203390" cy="274320"/>
          </a:xfrm>
          <a:prstGeom prst="roundRect">
            <a:avLst>
              <a:gd name="adj" fmla="val 26975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5477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(1.5%)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5989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77440" y="604418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6044184"/>
            <a:ext cx="188862" cy="274320"/>
          </a:xfrm>
          <a:prstGeom prst="roundRect">
            <a:avLst>
              <a:gd name="adj" fmla="val 2905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5989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(1.4%)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501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Leveling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377440" y="655624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6556248"/>
            <a:ext cx="188862" cy="274320"/>
          </a:xfrm>
          <a:prstGeom prst="roundRect">
            <a:avLst>
              <a:gd name="adj" fmla="val 2905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6501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(1.4%)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7013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77440" y="706831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7068312"/>
            <a:ext cx="159806" cy="274320"/>
          </a:xfrm>
          <a:prstGeom prst="roundRect">
            <a:avLst>
              <a:gd name="adj" fmla="val 34332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70134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(1.2%)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7525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377440" y="758037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7580376"/>
            <a:ext cx="159806" cy="274320"/>
          </a:xfrm>
          <a:prstGeom prst="roundRect">
            <a:avLst>
              <a:gd name="adj" fmla="val 34332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75255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(1.2%)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7512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Themes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675120" y="126187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812280" y="1508760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1307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178040" y="1719072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78040" y="1719072"/>
            <a:ext cx="736092" cy="219456"/>
          </a:xfrm>
          <a:prstGeom prst="roundRect">
            <a:avLst>
              <a:gd name="adj" fmla="val 208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15600" y="16824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 units · 23%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675120" y="224942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812280" y="2496312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78040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Shonen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8040" y="2706624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78040" y="2706624"/>
            <a:ext cx="278435" cy="219456"/>
          </a:xfrm>
          <a:prstGeom prst="roundRect">
            <a:avLst>
              <a:gd name="adj" fmla="val 208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1560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units · 8.7%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675120" y="323697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812280" y="3483864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7804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178040" y="3694176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78040" y="3694176"/>
            <a:ext cx="160020" cy="219456"/>
          </a:xfrm>
          <a:prstGeom prst="roundRect">
            <a:avLst>
              <a:gd name="adj" fmla="val 28571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15600" y="3657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units · 5%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675120" y="422452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812280" y="4471416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78040" y="4270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new-9999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178040" y="4681728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78040" y="4681728"/>
            <a:ext cx="153619" cy="219456"/>
          </a:xfrm>
          <a:prstGeom prst="roundRect">
            <a:avLst>
              <a:gd name="adj" fmla="val 29762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515600" y="4645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units · 4.8%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675120" y="52120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812280" y="5458968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7804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 Media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178040" y="5669280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178040" y="5669280"/>
            <a:ext cx="147218" cy="219456"/>
          </a:xfrm>
          <a:prstGeom prst="roundRect">
            <a:avLst>
              <a:gd name="adj" fmla="val 31056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515600" y="56327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units · 4.6%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/ Tag Breakdown — 🎎 Vinyl Figures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(26.1%)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807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Banpresto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43560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435608"/>
            <a:ext cx="275365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3807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(23.3%)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194767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947672"/>
            <a:ext cx="532965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892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(4.4%)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Hero Academia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45973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2459736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404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(2.7%)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916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Frieren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97180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297180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916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(2.7%)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348386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3483864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429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(2.5%)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9410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Apothecary Diaries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399592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3995928"/>
            <a:ext cx="266482" cy="274320"/>
          </a:xfrm>
          <a:prstGeom prst="roundRect">
            <a:avLst>
              <a:gd name="adj" fmla="val 2058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(2.4%)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453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Taito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450799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4507992"/>
            <a:ext cx="222069" cy="274320"/>
          </a:xfrm>
          <a:prstGeom prst="roundRect">
            <a:avLst>
              <a:gd name="adj" fmla="val 2470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4453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(1.9%)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965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502005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5020056"/>
            <a:ext cx="177655" cy="274320"/>
          </a:xfrm>
          <a:prstGeom prst="roundRect">
            <a:avLst>
              <a:gd name="adj" fmla="val 3088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4965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(1.7%)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54772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Maximatic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77440" y="553212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5532120"/>
            <a:ext cx="177655" cy="274320"/>
          </a:xfrm>
          <a:prstGeom prst="roundRect">
            <a:avLst>
              <a:gd name="adj" fmla="val 3088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5477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(1.6%)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5989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Hatsune Miku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77440" y="604418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6044184"/>
            <a:ext cx="177655" cy="274320"/>
          </a:xfrm>
          <a:prstGeom prst="roundRect">
            <a:avLst>
              <a:gd name="adj" fmla="val 3088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5989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(1.4%)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501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Madoka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377440" y="655624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6556248"/>
            <a:ext cx="133241" cy="274320"/>
          </a:xfrm>
          <a:prstGeom prst="roundRect">
            <a:avLst>
              <a:gd name="adj" fmla="val 4117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6501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(1.2%)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7013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Puella Magi Madoka Magica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77440" y="706831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7068312"/>
            <a:ext cx="133241" cy="274320"/>
          </a:xfrm>
          <a:prstGeom prst="roundRect">
            <a:avLst>
              <a:gd name="adj" fmla="val 4117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70134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(1.2%)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7525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Vocaloid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377440" y="758037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7580376"/>
            <a:ext cx="133241" cy="274320"/>
          </a:xfrm>
          <a:prstGeom prst="roundRect">
            <a:avLst>
              <a:gd name="adj" fmla="val 4117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75255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(1.2%)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7512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Themes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675120" y="126187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812280" y="1508760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1307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178040" y="1719072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78040" y="1719072"/>
            <a:ext cx="835304" cy="219456"/>
          </a:xfrm>
          <a:prstGeom prst="roundRect">
            <a:avLst>
              <a:gd name="adj" fmla="val 208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15600" y="16824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units · 26.1%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675120" y="224942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812280" y="2496312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78040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Banpresto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8040" y="2706624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78040" y="2706624"/>
            <a:ext cx="745693" cy="219456"/>
          </a:xfrm>
          <a:prstGeom prst="roundRect">
            <a:avLst>
              <a:gd name="adj" fmla="val 208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1560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units · 23.3%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675120" y="323697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812280" y="3483864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7804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178040" y="3694176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78040" y="3694176"/>
            <a:ext cx="140818" cy="219456"/>
          </a:xfrm>
          <a:prstGeom prst="roundRect">
            <a:avLst>
              <a:gd name="adj" fmla="val 324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15600" y="3657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units · 4.4%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675120" y="422452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812280" y="4471416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78040" y="4270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Hero Academia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178040" y="4681728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78040" y="4681728"/>
            <a:ext cx="86411" cy="219456"/>
          </a:xfrm>
          <a:prstGeom prst="roundRect">
            <a:avLst>
              <a:gd name="adj" fmla="val 5291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515600" y="4645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units · 2.7%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675120" y="52120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812280" y="5458968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7804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Frieren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178040" y="5669280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178040" y="5669280"/>
            <a:ext cx="86411" cy="219456"/>
          </a:xfrm>
          <a:prstGeom prst="roundRect">
            <a:avLst>
              <a:gd name="adj" fmla="val 5291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515600" y="56327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units · 2.7%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/ Tag Breakdown — 🛠️ Model Kits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(17.2%)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807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43560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435608"/>
            <a:ext cx="1674055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3807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(9.5%)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Blokees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194767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947672"/>
            <a:ext cx="1355188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892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(7.4%)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Gundam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45973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2459736"/>
            <a:ext cx="1355188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404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(7.4%)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916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97180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2971800"/>
            <a:ext cx="797169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916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(4.5%)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348386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3483864"/>
            <a:ext cx="717452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429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(3.8%)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9410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399592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3995928"/>
            <a:ext cx="717452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(3.8%)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453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450799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4507992"/>
            <a:ext cx="637735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4453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(3.6%)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965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1/144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502005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5020056"/>
            <a:ext cx="558018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4965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(3.1%)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54772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77440" y="553212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5532120"/>
            <a:ext cx="478302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5477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(2.8%)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5989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Gunpla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77440" y="604418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6044184"/>
            <a:ext cx="478302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5989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(2.8%)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501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PO20250831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377440" y="655624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6556248"/>
            <a:ext cx="478302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6501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(2.7%)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7013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77440" y="706831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7068312"/>
            <a:ext cx="478302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70134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(2.7%)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7525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Grade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377440" y="758037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7580376"/>
            <a:ext cx="398585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75255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(2.1%)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7512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Themes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675120" y="126187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812280" y="1508760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1307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Kit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178040" y="1719072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78040" y="1719072"/>
            <a:ext cx="550469" cy="219456"/>
          </a:xfrm>
          <a:prstGeom prst="roundRect">
            <a:avLst>
              <a:gd name="adj" fmla="val 208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15600" y="16824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units · 17.2%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675120" y="224942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812280" y="2496312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78040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Bandai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8040" y="2706624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78040" y="2706624"/>
            <a:ext cx="304038" cy="219456"/>
          </a:xfrm>
          <a:prstGeom prst="roundRect">
            <a:avLst>
              <a:gd name="adj" fmla="val 208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1560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units · 9.5%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675120" y="323697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812280" y="3483864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7804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Blokees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178040" y="3694176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78040" y="3694176"/>
            <a:ext cx="236830" cy="219456"/>
          </a:xfrm>
          <a:prstGeom prst="roundRect">
            <a:avLst>
              <a:gd name="adj" fmla="val 208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15600" y="3657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units · 7.4%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675120" y="422452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812280" y="447141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78040" y="4270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Gundam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178040" y="4681728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78040" y="4681728"/>
            <a:ext cx="236830" cy="219456"/>
          </a:xfrm>
          <a:prstGeom prst="roundRect">
            <a:avLst>
              <a:gd name="adj" fmla="val 208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515600" y="4645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units · 7.4%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675120" y="52120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812280" y="5458968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7804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178040" y="5669280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178040" y="5669280"/>
            <a:ext cx="144018" cy="219456"/>
          </a:xfrm>
          <a:prstGeom prst="roundRect">
            <a:avLst>
              <a:gd name="adj" fmla="val 3174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515600" y="56327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units · 4.5%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Incoming Shipments — This Week &amp; Beyond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active incoming shipments for these categories.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3749040" cy="54864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68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Manga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544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2828" y="15544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Harper / Penguin (United Books Distribution)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488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Units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2828" y="21488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4320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Revenue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52828" y="274320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$22,976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3756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Units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52828" y="333756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2,441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93192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Revenue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52828" y="393192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$60,973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48056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5262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52828" y="45262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07492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1206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SKUs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52828" y="51206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399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389120" y="868680"/>
            <a:ext cx="3749040" cy="54864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89120" y="86868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868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🎎  Vinyl Figures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480560" y="150876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15544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76188" y="15544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 / HobbyCo Aus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480560" y="210312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21488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Units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76188" y="21488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480560" y="269748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274320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Revenue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76188" y="274320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$12,185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480560" y="329184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333756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Units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076188" y="333756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431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480560" y="388620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0" y="393192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Revenue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76188" y="393192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$18,561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480560" y="448056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45262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076188" y="45262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480560" y="507492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0" y="51206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SKUs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076188" y="51206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412480" y="868680"/>
            <a:ext cx="3749040" cy="54864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412480" y="86868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12480" y="868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Model Kits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8503920" y="150876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95360" y="15544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0099548" y="15544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HobbyCo Aus / Ikon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8503920" y="210312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95360" y="21488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Units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0099548" y="21488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503920" y="269748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595360" y="274320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Revenue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0099548" y="274320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$9,562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8503920" y="329184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595360" y="333756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Units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10099548" y="333756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663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8503920" y="388620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595360" y="393192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Revenue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10099548" y="393192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$28,737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8503920" y="448056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595360" y="45262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0099548" y="45262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8503920" y="507492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595360" y="51206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SKUs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10099548" y="51206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 / Vinyl Figures / Model Kits  |  WK 27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Su  ·  PopStop Ltd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2026-07-06T22:09:04Z</dcterms:created>
  <dcterms:modified xsi:type="dcterms:W3CDTF">2026-07-06T22:09:04Z</dcterms:modified>
</cp:coreProperties>
</file>