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Category Report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Box / Trading Card Games / Games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Tim Su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Line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  vs  WK 28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Blind Box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4,679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71659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160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$94,598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743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4,519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029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$96,013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15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09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601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944368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44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 Trading Card Games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15,947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57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37035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12421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51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$210,246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2743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3,526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5029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23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$37,545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7315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509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+460%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9601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809744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809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Games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3400" dirty="0"/>
          </a:p>
        </p:txBody>
      </p:sp>
      <p:sp>
        <p:nvSpPr>
          <p:cNvPr id="47" name="Text 45"/>
          <p:cNvSpPr/>
          <p:nvPr/>
        </p:nvSpPr>
        <p:spPr>
          <a:xfrm>
            <a:off x="457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302411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52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51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43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$7,308</a:t>
            </a:r>
            <a:endParaRPr lang="en-US" sz="3400" dirty="0"/>
          </a:p>
        </p:txBody>
      </p:sp>
      <p:sp>
        <p:nvSpPr>
          <p:cNvPr id="51" name="Text 49"/>
          <p:cNvSpPr/>
          <p:nvPr/>
        </p:nvSpPr>
        <p:spPr>
          <a:xfrm>
            <a:off x="2743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937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3400" dirty="0"/>
          </a:p>
        </p:txBody>
      </p:sp>
      <p:sp>
        <p:nvSpPr>
          <p:cNvPr id="54" name="Text 52"/>
          <p:cNvSpPr/>
          <p:nvPr/>
        </p:nvSpPr>
        <p:spPr>
          <a:xfrm>
            <a:off x="5029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223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15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$10,148</a:t>
            </a:r>
            <a:endParaRPr lang="en-US" sz="3400" dirty="0"/>
          </a:p>
        </p:txBody>
      </p:sp>
      <p:sp>
        <p:nvSpPr>
          <p:cNvPr id="57" name="Text 55"/>
          <p:cNvSpPr/>
          <p:nvPr/>
        </p:nvSpPr>
        <p:spPr>
          <a:xfrm>
            <a:off x="7315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509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601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-28%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9601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🎁 Blind Box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$22,740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$23,119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-$379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$19,919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$20,525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-$606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$14,495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$13,259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+$1,236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$10,092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$10,068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$9,371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$10,463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-$1,092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357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$6,967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$7,357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-$390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281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$5,806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$5,357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+$449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$5,204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$5,861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-$657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4,679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4,519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+160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$94,594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$96,009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-$1,415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🃏 Trading Card Games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+3478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$54,040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$4,072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+$49,968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3,171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+2692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$37,870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$5,077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+$32,793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2,127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+1598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$30,381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$5,244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+$25,137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2,091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+1482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$28,108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$6,658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+$21,450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2,047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+1840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$24,193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$2,808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+$21,385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1,001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563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+438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$13,171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$5,753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+$7,418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902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508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+394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$9,780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$4,876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+$4,904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807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+499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$12,700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$3,054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+$9,646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15,947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3,526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+12421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$210,243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$37,542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+$172,701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🎮 Games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$2,292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$3,094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-$802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$1,164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$1,935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-$771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$1,125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+$460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$1,438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-$461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$639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-$131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$638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$1,608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-$970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$237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$238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$232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$395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-$163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-52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$7,304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$10,143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-$2,839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🎁 Blind Box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Ghody - Behold My Cat Series Blind Box (single)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SSAS67527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Sonny Angels - Summer Vacation "Limited Edition" Series Blind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Daily Life Series Blind Box (Single)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DSMI66443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Smiski - Sunday Series Blind Box (Single)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SSAS65821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Sonny Angel - Dreaming Hippers Series Blind Box (Single)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DR1ANI1N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Sonny Angel - AnimalV1 Series Blind Box (Single)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DSMI66437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Smiski - Hippers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FUN83417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Nights at Freddys - Bitty Pop! Blind Bag Assortment (Single)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DR1FRUXY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Sonny Angel - FruitV1 Series Blind Box (Single)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DR1HIPXX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Sonny Angel - Hippers Series Blind Box (Single)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$28.99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🃏 Trading Card Games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10-10425-120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Pokémon TCG: Mega Evolution: Pitch Black - Booster (Single)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WC2026S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Panini: FIFA World Cup Sticker Collection 2026 (Single)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DLC11090042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Disney Lorcana - S13 Attack of the Vine Booster Pack (Single)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10-10424-101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Pokémon TCG: Mega Evolution: Pitch Black - Blister (Single)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10-10416-111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Pokémon TCG: Mega Evolution: Pitch Black - Elite Trainer Box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525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$124.99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Avatar: The Last Airbender - Play Booster (Single)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485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10-10419-120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Pokémon TCG: Mega Evolution: Pitch Black - Three Booster Blister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10-10422-109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Pokémon TCG: Mega Evolution: Pitch Black - Booster Bundle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326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326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the Gathering: Spiderman - Play Booster (Single)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D51630000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the Gathering: Teenage Mutant Ninja Turtles - Play Booster (Sing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🎮 Games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128023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7 With a Vengeance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STG2668EN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Everdell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$119.99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COU1IBC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Resistance: Coup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126265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Cozy Stickerville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BGZ116578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Hitler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59060E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MicroMacro: Crime City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02AT-60208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 Shield: Board Game Sleeves - Clear/NonGlare – Tarot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79072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to Slay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WDYM120AU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Meme? Refreshed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PA135725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Hues and Cues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🎁 Blind Box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Box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726 (15.5%)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2933385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685 (14.6%)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2243933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524 (11.2%)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1070579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(5.3%)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Vinyl Minifigure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873592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(4.4%)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When Below 7 Stock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852180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(4.2%)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642347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(3.2%)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Sonny Angels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552419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(2.8%)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Toys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501031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(2.5%)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Sonny Angel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445361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(2.2%)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PO20260630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428231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(2.1%)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411102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(2%)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368279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(1.8%)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new-9999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359714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(1.8%)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Box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496062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726 units · 15.5%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467258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685 units · 14.6%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Vinyl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358445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524 units · 11.2%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169621" cy="219456"/>
          </a:xfrm>
          <a:prstGeom prst="roundRect">
            <a:avLst>
              <a:gd name="adj" fmla="val 26954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units · 5.3%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Vinyl Minifigure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140818" cy="219456"/>
          </a:xfrm>
          <a:prstGeom prst="roundRect">
            <a:avLst>
              <a:gd name="adj" fmla="val 32467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units · 4.4%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🃏 Trading Card Games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2,302 (14.4%)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Store Only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2224351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1,647 (10.3%)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2190588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1,622 (10.2%)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1996109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1,478 (9.3%)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TCG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1994758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1,477 (9.3%)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Evolutions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1989356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1,473 (9.2%)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Black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1988006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1,472 (9.2%)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367349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 (1.7%)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Card Game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365998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 (1.7%)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Panini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360596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 (1.7%)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Cup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359246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 (1.7%)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357895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 (1.7%)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Card Games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253903" cy="274320"/>
          </a:xfrm>
          <a:prstGeom prst="roundRect">
            <a:avLst>
              <a:gd name="adj" fmla="val 21608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(1.2%)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Disney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234995" cy="274320"/>
          </a:xfrm>
          <a:prstGeom prst="roundRect">
            <a:avLst>
              <a:gd name="adj" fmla="val 23347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(1.1%)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460858" cy="219456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2,302 units · 14.4%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Store Only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329641" cy="219456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1,647 units · 10.3%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326441" cy="219456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1,622 units · 10.2%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297637" cy="219456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1,478 units · 9.3%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TCG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297637" cy="219456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1,477 units · 9.3%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🎮 Games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Game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(5.1%)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(2.9%)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116586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(2.3%)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Management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116586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(2.2%)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Game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116586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(2.1%)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Game Essential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116586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(1.9%)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8+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116586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(1.8%)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116586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(1.8%)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116586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(1.8%)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new-9999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(1.6%)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(1.6%)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(1.6%)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Game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(1.5%)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Game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(1.4%)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Game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163220" cy="219456"/>
          </a:xfrm>
          <a:prstGeom prst="roundRect">
            <a:avLst>
              <a:gd name="adj" fmla="val 2801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units · 5.1%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92812" cy="219456"/>
          </a:xfrm>
          <a:prstGeom prst="roundRect">
            <a:avLst>
              <a:gd name="adj" fmla="val 4926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units · 2.9%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73609" cy="219456"/>
          </a:xfrm>
          <a:prstGeom prst="roundRect">
            <a:avLst>
              <a:gd name="adj" fmla="val 6211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units · 2.3%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Management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70409" cy="219456"/>
          </a:xfrm>
          <a:prstGeom prst="roundRect">
            <a:avLst>
              <a:gd name="adj" fmla="val 64935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units · 2.2%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Game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67208" cy="219456"/>
          </a:xfrm>
          <a:prstGeom prst="roundRect">
            <a:avLst>
              <a:gd name="adj" fmla="val 68028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units · 2.1%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Incoming Shipments — This Week &amp; Beyond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incoming shipments for these categories.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Blind Box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282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/ Pop Mart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282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4,679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282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$94,598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282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12,840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282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$267,608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5282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4,280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5282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8912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 Trading Card Games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48056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7618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Play Games / Banter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8056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7618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15,947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48056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7618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$210,246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48056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7618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24,569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48056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7618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$316,289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48056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7618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8,190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48056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7618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41248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41248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Games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50392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9536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09954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Play Games / VR Distribution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50392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9536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09954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50392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9536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09954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$7,308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850392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9536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009954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529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50392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9536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09954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$26,219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50392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59536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09954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50392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9536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09954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Box / Trading Card Games / Games  |  WK 29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Su  ·  PopStop Ltd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2026-07-20T12:13:54Z</dcterms:created>
  <dcterms:modified xsi:type="dcterms:W3CDTF">2026-07-20T12:13:54Z</dcterms:modified>
</cp:coreProperties>
</file>