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Category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/ Vinyl Figures / Model Kits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Tim Su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  vs  WK 28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Manga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71659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$30,141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743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29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$30,013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601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44368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44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🎎  Vinyl Figures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7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37035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175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$6,819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743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5029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$15,008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315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09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-54.6%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601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809744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09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Model Kits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457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302411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51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$13,385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2743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3400" dirty="0"/>
          </a:p>
        </p:txBody>
      </p:sp>
      <p:sp>
        <p:nvSpPr>
          <p:cNvPr id="54" name="Text 52"/>
          <p:cNvSpPr/>
          <p:nvPr/>
        </p:nvSpPr>
        <p:spPr>
          <a:xfrm>
            <a:off x="5029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23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$10,399</a:t>
            </a:r>
            <a:endParaRPr lang="en-US" sz="3400" dirty="0"/>
          </a:p>
        </p:txBody>
      </p:sp>
      <p:sp>
        <p:nvSpPr>
          <p:cNvPr id="57" name="Text 55"/>
          <p:cNvSpPr/>
          <p:nvPr/>
        </p:nvSpPr>
        <p:spPr>
          <a:xfrm>
            <a:off x="7315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509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601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+28.7%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9601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📖 Manga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$8,086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$6,895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+$1,191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$4,896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$5,221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$4,367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$4,285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$3,663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$3,904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-$241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$2,717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$2,420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+$297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$2,268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$2,812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-$544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$2,343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$2,163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+$180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$1,798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$2,308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-$510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1,299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1,300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$30,138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$30,008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🎎 Vinyl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$1,882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$3,025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-$1,143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$1,165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$2,991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-$1,826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$2,190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-$1,386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$1,583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-$996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$1,986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-$1,285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-$258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$607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$1,681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-$1,074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-$220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-175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$6,816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$15,004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-$8,188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🛠️ Model Kits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$2,147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+$828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$3,466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$2,774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+$692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$2,036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$2,335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-$299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+$718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$1,545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$697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+$848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$1,042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$1,090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-$48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$901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$709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+$192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$739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$683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+$56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$13,382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$10,395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+$2,987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📖 Manga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9781974763405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9781974754977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9781974720149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9781974710034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9781974751884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25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9781974710041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9781975360542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Hikaru Died - Vol. 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9798855430646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Hikaru Died - Vol. 7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9798888777794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Witch Hat Atelier: Grimoire Edition - Vol. 1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$104.99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🎎 Vinyl Figures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BP89082L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Leveling - Excite Motions (Vol.1) Sung Jin-Woo Espresto Figure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4983164300871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 x Hatsune Miku 45th Anniversary Gundam Collaboration Banpresto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4573102696588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- King Of Artist Roronoa Zoro Figure (Special Ver.)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DSMI66232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Smiski - Toothbrush Holder - Pink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840342405152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Hatsune Miku - Sakura Miku Newley Written Figure (Japanese Cafe Versio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4573102711649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Frieren: Beyond Journey's End - Maximatic Frieren II Figure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4983164298956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Hero Academia - The Amazing Heroes DX Izuku Midoriya Figure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4573102711502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 Slayer - Kimetsu No Yaiba Vibration Stars Plus Zenitsu Agatsuma 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4983164298826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Maximatic Yuji Itadori Figure (Version 2)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4573102710277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- Maximatic Plus Monkey D. Luffy I Figure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🛠️ Model Kits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BLO71155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Classic Class Nemesis Prime Model Kit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BLO71424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Sentinal Prime Model Kit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BLO71157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(2007) - Classic Class Optimus Prime Model Kit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BLO71142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Classic Class Bumblebee Model Kit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BLO71177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Classic Class ONE Starscream Model Kit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BLO73536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Hatsune Miku - Serendipity Edition Model Kit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G5063030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 1/144 Gundam Aerial Model Kit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BLO71190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Megatron AE- G1 Energy Explosion Model Kit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G5060856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- Riolu and Lucario Model Kit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A020013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KEMOPLA: Khao Manee Model Kit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$109.99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📖 Manga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(23.3%)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Shonen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1186314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(8.9%)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Media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736333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(5.5%)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685198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(5.1%)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664745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(5%)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61361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(4.6%)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603384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(4.5%)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Boys' Love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28635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(2.2%)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Seinen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276125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(2.1%)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194310" cy="274320"/>
          </a:xfrm>
          <a:prstGeom prst="roundRect">
            <a:avLst>
              <a:gd name="adj" fmla="val 28235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(1.4%)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Omnibus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184083" cy="274320"/>
          </a:xfrm>
          <a:prstGeom prst="roundRect">
            <a:avLst>
              <a:gd name="adj" fmla="val 29804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(1.4%)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PO20260714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163629" cy="274320"/>
          </a:xfrm>
          <a:prstGeom prst="roundRect">
            <a:avLst>
              <a:gd name="adj" fmla="val 3353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(1.3%)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Chainsaw Man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143176" cy="274320"/>
          </a:xfrm>
          <a:prstGeom prst="roundRect">
            <a:avLst>
              <a:gd name="adj" fmla="val 38319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(1.1%)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122722" cy="274320"/>
          </a:xfrm>
          <a:prstGeom prst="roundRect">
            <a:avLst>
              <a:gd name="adj" fmla="val 44706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(1%)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745693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units · 23.3%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Shonen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284836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units · 8.9%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Media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76022" cy="219456"/>
          </a:xfrm>
          <a:prstGeom prst="roundRect">
            <a:avLst>
              <a:gd name="adj" fmla="val 25974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units · 5.5%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JJK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163220" cy="219456"/>
          </a:xfrm>
          <a:prstGeom prst="roundRect">
            <a:avLst>
              <a:gd name="adj" fmla="val 2801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units · 5.1%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60020" cy="219456"/>
          </a:xfrm>
          <a:prstGeom prst="roundRect">
            <a:avLst>
              <a:gd name="adj" fmla="val 2857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units · 5%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🎎 Vinyl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(20.5%)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Banpresto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7203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(18.3%)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58293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(3.8%)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Leveling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38862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(2.4%)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Naruto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2914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(2%)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Stars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2914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(2%)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2914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(2%)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Grandista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2914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(2%)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Hero Academia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2914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(1.9%)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DBZ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2914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(1.8%)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Ball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2914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(1.8%)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Frieren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2914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(1.8%)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Hatsune Miku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2914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(1.7%)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Vocaloid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291465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(1.7%)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656082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units · 20.5%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Banpresto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585673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units · 18.3%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21615" cy="219456"/>
          </a:xfrm>
          <a:prstGeom prst="roundRect">
            <a:avLst>
              <a:gd name="adj" fmla="val 3759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units · 3.8%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Leveling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76810" cy="219456"/>
          </a:xfrm>
          <a:prstGeom prst="roundRect">
            <a:avLst>
              <a:gd name="adj" fmla="val 5952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units · 2.4%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Naruto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64008" cy="219456"/>
          </a:xfrm>
          <a:prstGeom prst="roundRect">
            <a:avLst>
              <a:gd name="adj" fmla="val 7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units · 2%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🛠️ Model Kits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(17%)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174879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(9.8%)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(8.6%)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Blokees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(6.6%)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84201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(4.7%)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(4.3%)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71247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(4%)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71247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(3.8%)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Gunpla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64770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(3.5%)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PO20250831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51816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(2.7%)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Grade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45339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(2.6%)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45339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(2.6%)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45339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(2.5%)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45339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(2.4%)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Kit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544068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units · 17%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313639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units · 9.8%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275234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units · 8.6%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Blokees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211226" cy="219456"/>
          </a:xfrm>
          <a:prstGeom prst="roundRect">
            <a:avLst>
              <a:gd name="adj" fmla="val 216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units · 6.6%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50419" cy="219456"/>
          </a:xfrm>
          <a:prstGeom prst="roundRect">
            <a:avLst>
              <a:gd name="adj" fmla="val 3039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units · 4.7%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Incoming Shipments — This Week &amp; Beyond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incoming shipments for these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Manga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282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Harper / Penguin (United Books Distribution)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282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282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$30,141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282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3,529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282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$83,130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282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282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8912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🎎  Vinyl Figures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8056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7618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/ HobbyCo Aus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8056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7618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8056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7618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$6,819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48056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7618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48056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7618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$34,012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48056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7618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48056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7618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41248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Model Kits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50392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9954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HobbyCo Aus / Ikon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50392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9536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09954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50392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09954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$13,385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50392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9536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09954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762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50392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9536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09954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$33,346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50392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9536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09954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50392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9536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09954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/ Vinyl Figures / Model Kits  |  WK 29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Su  ·  PopStop Ltd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2026-07-20T12:13:08Z</dcterms:created>
  <dcterms:modified xsi:type="dcterms:W3CDTF">2026-07-20T12:13:08Z</dcterms:modified>
</cp:coreProperties>
</file>