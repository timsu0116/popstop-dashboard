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4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Category Report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Tim Su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Line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49808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  vs  WK 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78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7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71659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370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51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743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5029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$22,976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1536192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0" y="1645920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+30.6%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9601200" y="2244669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944368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443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65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57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37035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51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43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$15,008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2743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5029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23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$12,185</a:t>
            </a:r>
            <a:endParaRPr lang="en-US" sz="3400" dirty="0"/>
          </a:p>
        </p:txBody>
      </p:sp>
      <p:sp>
        <p:nvSpPr>
          <p:cNvPr id="39" name="Text 37"/>
          <p:cNvSpPr/>
          <p:nvPr/>
        </p:nvSpPr>
        <p:spPr>
          <a:xfrm>
            <a:off x="7315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509760" y="3401568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0" y="3511296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+23.2%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9601200" y="4110045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809744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097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3400" dirty="0"/>
          </a:p>
        </p:txBody>
      </p:sp>
      <p:sp>
        <p:nvSpPr>
          <p:cNvPr id="47" name="Text 45"/>
          <p:cNvSpPr/>
          <p:nvPr/>
        </p:nvSpPr>
        <p:spPr>
          <a:xfrm>
            <a:off x="457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This Week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6302411"/>
            <a:ext cx="1920240" cy="299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28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$10,399</a:t>
            </a:r>
            <a:endParaRPr lang="en-US" sz="3400" dirty="0"/>
          </a:p>
        </p:txBody>
      </p:sp>
      <p:sp>
        <p:nvSpPr>
          <p:cNvPr id="51" name="Text 49"/>
          <p:cNvSpPr/>
          <p:nvPr/>
        </p:nvSpPr>
        <p:spPr>
          <a:xfrm>
            <a:off x="2743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This Week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37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3400" dirty="0"/>
          </a:p>
        </p:txBody>
      </p:sp>
      <p:sp>
        <p:nvSpPr>
          <p:cNvPr id="54" name="Text 52"/>
          <p:cNvSpPr/>
          <p:nvPr/>
        </p:nvSpPr>
        <p:spPr>
          <a:xfrm>
            <a:off x="5029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Last Week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223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15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$9,562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315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Last Week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9509760" y="5266944"/>
            <a:ext cx="2103120" cy="1362456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601200" y="5376672"/>
            <a:ext cx="1920240" cy="653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9601200" y="5975421"/>
            <a:ext cx="1920240" cy="3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Δ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$6,895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$5,145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+$1,750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$5,221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$3,842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+$1,379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$4,285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$3,515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+$770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$2,825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+$1,079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$2,812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$1,670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+$1,142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$2,420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$2,629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-$209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$2,308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$1,109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+$1,199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$2,163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$2,237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+370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$30,008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$22,972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+$7,036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$3,025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$2,451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+$574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$2,991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$1,943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+$1,048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$2,190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$1,903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+$287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$1,986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$2,234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-$248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$1,681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$1,043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+$638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$1,583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$1,021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+$562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$908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+$167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$640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-$205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$15,004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$12,181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+$2,823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7627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8144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229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Units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8229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W2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8229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Rev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118872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225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Riccarton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2199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3864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45736" y="12252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33288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$2,335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225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$1,464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05672" y="12252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+$871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173736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17739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Queensgate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2199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3864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45736" y="17739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33288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$2,774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17739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05672" y="17739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+$660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228600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225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Sylvia Park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2199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83864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5736" y="23225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33288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$1,319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269480" y="23225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05672" y="23225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-$116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83464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28712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Papanui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2199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483864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45736" y="28712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33288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269480" y="28712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$1,571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805672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-$783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38328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4198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Rapa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2199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483864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745736" y="34198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733288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$1,090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269480" y="34198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$1,349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805672" y="34198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-$259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393192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39684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Dunedin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222199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483864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745736" y="396849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733288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269480" y="39684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$930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805672" y="39684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-$233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" y="4480560"/>
            <a:ext cx="110642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51713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2199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483864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45736" y="451713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733288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269480" y="451713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451713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+$163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65760" y="5029200"/>
            <a:ext cx="1106424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506577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Richmond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222199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483864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745736" y="506577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733288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$683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269480" y="50657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805672" y="50657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+$534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5577840"/>
            <a:ext cx="11064240" cy="49377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11480" y="561441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222199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3483864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4745736" y="561441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5733288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$10,395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269480" y="561441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$9,558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8805672" y="56144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+$837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📖 Manga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9781974720149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9781974710034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9781974754977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9798888771754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Lock: Episode Nagi - Vol. 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9781975360542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Hikaru Died - Vol. 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9781974717118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7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9781974749485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Vol. 24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FEB192285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Witch Hat Atelier Vol 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9781974761784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JoJo's Bizarre Adventure: Purple Smoke Distortion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9781975371036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Summer Hikaru Died - Vol. 2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🎎 Vinyl Figures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4983164300871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 x Hatsune Miku 45th Anniversary Gundam Collaboration Banpresto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840342405152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 - Sakura Miku Newley Written Figure (Japanese Cafe Versio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4573102710277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Maximatic Plus Monkey D. Luffy I Figure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4983164298826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 - Maximatic Yuji Itadori Figure (Version 2)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4573102696588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- King Of Artist Roronoa Zoro Figure (Special Ver.)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BP89082L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Leveling - Excite Motions (Vol.1) Sung Jin-Woo Espresto Figure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4573102711229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 - Maomao Figure (Walking Around Town)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4582733447810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 - PM Perching Figure Maomao (Moon Fairy Version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DSMI66231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Dreams: Smiski - Toothbrush Holder - Purple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4573102711748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 - Maximatic Izuku Midoriya III Figure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$54.99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— 🛠️ Model Kits  (by L1W Units)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57984" y="82296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74736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70848" y="82296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0" y="822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188720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122529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122529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G5057956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03704" y="122529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 1/144 RX-78-2 Gundam Model Kit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0456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16568" y="122529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12680" y="122529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719072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75564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1755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BLO71177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03704" y="175564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ONE Starscream Model Kit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0456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16568" y="17556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12680" y="1755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249424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28600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" y="228600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BLO71161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203704" y="228600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ONE Optimus Prime Model Kit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0456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16568" y="228600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012680" y="22860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779776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281635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" y="28163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BLO73561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03704" y="28163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Evangelion - Asuka Shikinami Langley (Plug Suit) Fantastics Series Mod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0456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116568" y="281635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012680" y="28163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$64.99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3310128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34670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0392" y="334670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G5059251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03704" y="334670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 Fg Ms-06F/J Zaku II Model Kit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0456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116568" y="334670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012680" y="334670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840480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877056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" y="387705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BLO71142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203704" y="3877056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Classic Class Bumblebee Model Kit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0456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9116568" y="3877056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012680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65760" y="4370832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407408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0392" y="4407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G5057957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203704" y="440740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 FG CHAR'S ZAKU Model Kit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0456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9116568" y="440740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012680" y="440740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$14.99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4901184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" y="493776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50392" y="49377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G5061545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203704" y="49377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 1/144 MS-06 ZAKU II Model Kit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220456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9116568" y="4937760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012680" y="49377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$41.99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5431536"/>
            <a:ext cx="10698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11480" y="54681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5039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BLO71184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2203704" y="54681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Transformers: One - Shockwave Model Kit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220456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9116568" y="5468112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012680" y="54681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65760" y="5961888"/>
            <a:ext cx="10698480" cy="475488"/>
          </a:xfrm>
          <a:prstGeom prst="rect">
            <a:avLst/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1480" y="5998464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850392" y="599846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BLO71425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2203704" y="5998464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- Blitzwing Model Kit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20456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9116568" y="5998464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10012680" y="59984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$36.99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📖 Manga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 (22.7%)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333912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(9.7%)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766737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(5.6%)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693214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(5.1%)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682711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(5%)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514659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(3.8%)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504156" cy="274320"/>
          </a:xfrm>
          <a:prstGeom prst="roundRect">
            <a:avLst>
              <a:gd name="adj" fmla="val 2000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(3.7%)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62581" cy="274320"/>
          </a:xfrm>
          <a:prstGeom prst="roundRect">
            <a:avLst>
              <a:gd name="adj" fmla="val 20894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(1.9%)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231071" cy="274320"/>
          </a:xfrm>
          <a:prstGeom prst="roundRect">
            <a:avLst>
              <a:gd name="adj" fmla="val 2374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(1.7%)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Omnibus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189058" cy="274320"/>
          </a:xfrm>
          <a:prstGeom prst="roundRect">
            <a:avLst>
              <a:gd name="adj" fmla="val 2902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(1.4%)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Boys' Love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47045" cy="274320"/>
          </a:xfrm>
          <a:prstGeom prst="roundRect">
            <a:avLst>
              <a:gd name="adj" fmla="val 3731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(1.1%)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147045" cy="274320"/>
          </a:xfrm>
          <a:prstGeom prst="roundRect">
            <a:avLst>
              <a:gd name="adj" fmla="val 3731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(1.1%)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Horror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136542" cy="274320"/>
          </a:xfrm>
          <a:prstGeom prst="roundRect">
            <a:avLst>
              <a:gd name="adj" fmla="val 4018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(1%)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 Press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136542" cy="274320"/>
          </a:xfrm>
          <a:prstGeom prst="roundRect">
            <a:avLst>
              <a:gd name="adj" fmla="val 4018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(1%)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726491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296 units · 22.7%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Shonen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310439" cy="219456"/>
          </a:xfrm>
          <a:prstGeom prst="roundRect">
            <a:avLst>
              <a:gd name="adj" fmla="val 208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units · 9.7%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79222" cy="219456"/>
          </a:xfrm>
          <a:prstGeom prst="roundRect">
            <a:avLst>
              <a:gd name="adj" fmla="val 25510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units · 5.6%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new-9999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163220" cy="219456"/>
          </a:xfrm>
          <a:prstGeom prst="roundRect">
            <a:avLst>
              <a:gd name="adj" fmla="val 2801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units · 5.1%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 Media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60020" cy="219456"/>
          </a:xfrm>
          <a:prstGeom prst="roundRect">
            <a:avLst>
              <a:gd name="adj" fmla="val 28571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units · 5%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🎎 Vinyl Figures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(24.8%)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264261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(20.9%)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582930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(4.7%)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(2.5%)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310896" cy="27432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(2.4%)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Apothecary Diaries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272034" cy="274320"/>
          </a:xfrm>
          <a:prstGeom prst="roundRect">
            <a:avLst>
              <a:gd name="adj" fmla="val 2016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Vocaloid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272034" cy="274320"/>
          </a:xfrm>
          <a:prstGeom prst="roundRect">
            <a:avLst>
              <a:gd name="adj" fmla="val 2016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(2.2%)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Hero Academia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272034" cy="274320"/>
          </a:xfrm>
          <a:prstGeom prst="roundRect">
            <a:avLst>
              <a:gd name="adj" fmla="val 2016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(2.2%)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Jujutsu Kaisen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233172" cy="274320"/>
          </a:xfrm>
          <a:prstGeom prst="roundRect">
            <a:avLst>
              <a:gd name="adj" fmla="val 235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(1.8%)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Frieren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233172" cy="274320"/>
          </a:xfrm>
          <a:prstGeom prst="roundRect">
            <a:avLst>
              <a:gd name="adj" fmla="val 2352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(1.7%)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Grandista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194310" cy="274320"/>
          </a:xfrm>
          <a:prstGeom prst="roundRect">
            <a:avLst>
              <a:gd name="adj" fmla="val 2823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(1.6%)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194310" cy="274320"/>
          </a:xfrm>
          <a:prstGeom prst="roundRect">
            <a:avLst>
              <a:gd name="adj" fmla="val 2823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(1.4%)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Luffy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155448" cy="274320"/>
          </a:xfrm>
          <a:prstGeom prst="roundRect">
            <a:avLst>
              <a:gd name="adj" fmla="val 3529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(1.4%)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Monkey D. Luffy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155448" cy="274320"/>
          </a:xfrm>
          <a:prstGeom prst="roundRect">
            <a:avLst>
              <a:gd name="adj" fmla="val 35294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(1.4%)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793699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units · 24.8%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Banpresto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668884" cy="219456"/>
          </a:xfrm>
          <a:prstGeom prst="roundRect">
            <a:avLst>
              <a:gd name="adj" fmla="val 208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units · 20.9%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150419" cy="219456"/>
          </a:xfrm>
          <a:prstGeom prst="roundRect">
            <a:avLst>
              <a:gd name="adj" fmla="val 3039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units · 4.7%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Naruto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80010" cy="219456"/>
          </a:xfrm>
          <a:prstGeom prst="roundRect">
            <a:avLst>
              <a:gd name="adj" fmla="val 5714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2.5%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Hatsune Miku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76810" cy="219456"/>
          </a:xfrm>
          <a:prstGeom prst="roundRect">
            <a:avLst>
              <a:gd name="adj" fmla="val 5952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 · 2.4%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/ Tag Breakdown — 🛠️ Model Kits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92354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868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(17.6%)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8074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43560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435608"/>
            <a:ext cx="151993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3807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(8.7%)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18928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194767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1947672"/>
            <a:ext cx="138176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8928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(7.7%)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4048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245973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459736"/>
            <a:ext cx="1243584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(7%)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91693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97180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0" y="2971800"/>
            <a:ext cx="82905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2916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(4.8%)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4290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48386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77440" y="3483864"/>
            <a:ext cx="75996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(4.3%)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94106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77440" y="399592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77440" y="3995928"/>
            <a:ext cx="69088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32120" y="394106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(3.8%)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450799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507992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4453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(3.6%)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965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1/144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77440" y="502005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5020056"/>
            <a:ext cx="621792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49651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(3.3%)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" y="54772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77440" y="5532120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5532120"/>
            <a:ext cx="48361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477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(2.9%)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5989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PO20250831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6044184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77440" y="6044184"/>
            <a:ext cx="483616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5989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(2.6%)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650138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Pokemon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377440" y="6556248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0" y="6556248"/>
            <a:ext cx="414528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6501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(2.5%)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65760" y="70134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Gunpla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377440" y="7068312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77440" y="7068312"/>
            <a:ext cx="34544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7013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(2.1%)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7525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 Accessories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377440" y="7580376"/>
            <a:ext cx="3108960" cy="274320"/>
          </a:xfrm>
          <a:prstGeom prst="roundRect">
            <a:avLst>
              <a:gd name="adj" fmla="val 20000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77440" y="7580376"/>
            <a:ext cx="345440" cy="27432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32120" y="75255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(1.9%)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7512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Themes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675120" y="1261872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12280" y="1508760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78040" y="1307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Kit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178040" y="1719072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719072"/>
            <a:ext cx="563270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682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units · 17.6%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675120" y="2249424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812280" y="2496312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78040" y="22951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178040" y="2706624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78040" y="2706624"/>
            <a:ext cx="278435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5156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units · 8.7%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675120" y="3236976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812280" y="3483864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7804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Blokees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178040" y="3694176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694176"/>
            <a:ext cx="246431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15600" y="3657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units · 7.7%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675120" y="4224528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6812280" y="4471416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178040" y="4270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Gundam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78040" y="4681728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78040" y="4681728"/>
            <a:ext cx="224028" cy="219456"/>
          </a:xfrm>
          <a:prstGeom prst="roundRect">
            <a:avLst>
              <a:gd name="adj" fmla="val 208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515600" y="46451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units · 7%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675120" y="52120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6812280" y="5458968"/>
            <a:ext cx="274320" cy="2743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178040" y="5257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78040" y="5669280"/>
            <a:ext cx="3200400" cy="219456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5669280"/>
            <a:ext cx="153619" cy="219456"/>
          </a:xfrm>
          <a:prstGeom prst="roundRect">
            <a:avLst>
              <a:gd name="adj" fmla="val 2976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0515600" y="56327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units · 4.8%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Incoming Shipments — This Week &amp; Beyond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incoming shipments for these categories.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241280" y="1371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41280" y="137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282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Harper / Penguin (United Books Distribution)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282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5282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$30,013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5282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3,023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282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$72,705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5282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5282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8912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🎎  Vinyl Figures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8056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7618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 / HobbyCo Aus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8056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7618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8056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7618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$15,008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48056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7618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8056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7618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$31,522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48056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7618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48056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07618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412480" y="868680"/>
            <a:ext cx="3749040" cy="5486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12480" y="86868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412480" y="868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Model Kits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503920" y="150876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5544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99548" y="15544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HobbyCo Aus / Ikon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03920" y="2103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595360" y="21488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Units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099548" y="21488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503920" y="269748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595360" y="274320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L1W Revenue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10099548" y="274320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$10,399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03920" y="329184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595360" y="333756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Units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099548" y="333756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503920" y="388620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595360" y="393192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L3W Revenue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0099548" y="393192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$28,784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503920" y="448056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95360" y="452628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Weekly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0099548" y="452628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8503920" y="5074920"/>
            <a:ext cx="3566160" cy="530352"/>
          </a:xfrm>
          <a:prstGeom prst="rect">
            <a:avLst/>
          </a:prstGeom>
          <a:solidFill>
            <a:srgbClr val="F8F9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595360" y="5120640"/>
            <a:ext cx="15745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SKUs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099548" y="5120640"/>
            <a:ext cx="19495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1E28"/>
          </a:solidFill>
          <a:ln w="12700">
            <a:solidFill>
              <a:srgbClr val="FF1E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Manga / Vinyl Figures / Model Kits  |  WK 28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Su  ·  PopStop Ltd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2026-07-13T22:07:01Z</dcterms:created>
  <dcterms:modified xsi:type="dcterms:W3CDTF">2026-07-13T22:07:01Z</dcterms:modified>
</cp:coreProperties>
</file>