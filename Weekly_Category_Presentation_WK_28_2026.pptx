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Category Report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Pop! Vinyl &amp;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Die-Cast Cars &amp; Figures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 Collectables | Prepared by Tim Su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Line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  vs  WK 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Pop! Vinyl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618488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728216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247436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69387"/>
            <a:ext cx="192024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255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1618488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1728216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$40,893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743200" y="247436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618488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728216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1,780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029200" y="247436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1618488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1728216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$44,204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315200" y="247436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509760" y="1618488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0" y="1728216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-7.5%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9601200" y="247436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49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Die-Cast Cars &amp; Figures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25196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4361688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457200" y="510783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5502859"/>
            <a:ext cx="192024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51760" y="425196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0" y="4361688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$2,827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2743200" y="510783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425196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0" y="4361688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5029200" y="510783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23760" y="425196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15200" y="4361688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$2,924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7315200" y="510783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509760" y="425196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601200" y="4361688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-3.3%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9601200" y="510783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🎭 Pop! Vinyl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$8,653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$8,588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$7,562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$8,421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-$859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$8,691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$6,497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+$2,194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$3,922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$5,614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-$1,692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$5,265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$5,596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-$331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$3,175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$3,635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-$460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-52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$2,374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$3,821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-$1,447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-23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$1,248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$2,028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-$780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2,035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1,780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+255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$40,890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$44,200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-$3,310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🚗 Die-Cast Cars &amp; Figures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+$337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-$199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+$179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$304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+$24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$318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$572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-$254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$183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$135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+$48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$159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$419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-$260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$2,824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$2,919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-$95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🎭 Pop! Vinyl  (IKON, 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FUN91997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0 - Gojo Red Energy (US Exclusive) Pop! Vinyl Figure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FUN85327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- Suguru Geto with Dragon (US Exclusive) Pop! Premium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FUN93279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Chainsaw Man: Reze Arc (2025) - Reze (Chance of Chase) Pop! Vinyl Figu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FUN93535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Evil - Leon S. Kennedy Pop! Vinyl Figure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FUN89267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1 - Max Verstappen with USA Helmet (US Exclusive) Pop! Vinyl F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FUN93082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Invincible - Invincible (Battle Damaged) Pop! Vinyl Figure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FUN91694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Coraline - Coraline with Doll (US Exclusive) Pop! Vinyl Figure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FUN90566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- Shanks Pop! Plus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FUN61358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- Itadori Pop! Vinyl Figure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FUN91683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Scream - Ghostface Devil Face Metallic (US Exclusive) Pop! Vinyl Figur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$31.99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🚗 Die-Cast Cars &amp; Figures  (IKON, 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JAD36680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Furious - Nano Hollywood Rides 6 pack (Wave 3B)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JAD30738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Furious - 1995 Toyota Supra 1:24 with Brian Hollywood Ride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JAD36805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Furious - Brians 1995 Toyota Supra Anniversary 1:24 Scale Dieca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JAD97173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Furious - '02 Nissan Skyline GT-R R34 1:24 Scale Hollywood Ri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JAD33251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Lilo &amp; Stitch - VW Beetle (Blue) 1:32 Scale with Stitch MetalFig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JAD30732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Furious - Han's Mazda RX-7 1:24 Scale Hollywood Ride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Furious - 1:24 1970 Dodge Charger Street Diecast Vehicle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JAD33174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Furious - 1997 Mazda RX7 with Han 1:24 Scale Hollywood Ride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JAD98426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Furious 8 - Dom's Chevy Impala 1:24 Scale Hollywood Ride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JAD98260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Batman - Batmobile 1989 1:24 with Batman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$69.99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🎭 Pop! Vinyl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 (14.9%)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3066176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 (14.7%)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912722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(4.4%)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670280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(3.2%)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641758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(3.1%)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PO20260630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627497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(3%)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Exclusive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613235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(3%)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PO20260531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470622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(2.3%)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470622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(2.3%)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PO20260331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342271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(1.7%)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313748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(1.5%)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285226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(1.4%)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285226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(1.4%)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new-9999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270964" cy="274320"/>
          </a:xfrm>
          <a:prstGeom prst="roundRect">
            <a:avLst>
              <a:gd name="adj" fmla="val 2024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(1.3%)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Funko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476860" cy="219456"/>
          </a:xfrm>
          <a:prstGeom prst="roundRect">
            <a:avLst>
              <a:gd name="adj" fmla="val 208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 units · 14.9%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Inch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470459" cy="219456"/>
          </a:xfrm>
          <a:prstGeom prst="roundRect">
            <a:avLst>
              <a:gd name="adj" fmla="val 208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 units · 14.7%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140818" cy="219456"/>
          </a:xfrm>
          <a:prstGeom prst="roundRect">
            <a:avLst>
              <a:gd name="adj" fmla="val 32467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units · 4.4%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102413" cy="219456"/>
          </a:xfrm>
          <a:prstGeom prst="roundRect">
            <a:avLst>
              <a:gd name="adj" fmla="val 4464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units · 3.2%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99212" cy="219456"/>
          </a:xfrm>
          <a:prstGeom prst="roundRect">
            <a:avLst>
              <a:gd name="adj" fmla="val 4608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units · 3.1%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🚗 Die-Cast Cars &amp; Figures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(9.9%)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233172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(7.6%)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Die-Cast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233172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(7.3%)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194310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(6.8%)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JSH26DC40D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194310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(6.4%)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1/24th Scale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194310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(6.4%)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Jada Toys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(5.5%)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Furious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(4.7%)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Gifts for Dad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116586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(3.9%)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DDAYDEAL24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(3%)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Furious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(2.9%)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Cast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(2.8%)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1/32 Scale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(2.3%)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(2.2%)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316840" cy="219456"/>
          </a:xfrm>
          <a:prstGeom prst="roundRect">
            <a:avLst>
              <a:gd name="adj" fmla="val 208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units · 9.9%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243230" cy="219456"/>
          </a:xfrm>
          <a:prstGeom prst="roundRect">
            <a:avLst>
              <a:gd name="adj" fmla="val 208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units · 7.6%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Die-Cast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233629" cy="219456"/>
          </a:xfrm>
          <a:prstGeom prst="roundRect">
            <a:avLst>
              <a:gd name="adj" fmla="val 208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units · 7.3%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1/24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217627" cy="219456"/>
          </a:xfrm>
          <a:prstGeom prst="roundRect">
            <a:avLst>
              <a:gd name="adj" fmla="val 2100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units · 6.8%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JSH26DC40D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204826" cy="219456"/>
          </a:xfrm>
          <a:prstGeom prst="roundRect">
            <a:avLst>
              <a:gd name="adj" fmla="val 2232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units · 6.4%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Incoming Shipments — This Week &amp; Beyond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active incoming shipments for these categories.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 — IKON Collectables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566928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5669280" cy="548640"/>
          </a:xfrm>
          <a:prstGeom prst="roundRect">
            <a:avLst>
              <a:gd name="adj" fmla="val 133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Pop! Vinyl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544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5544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 Collectables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5486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488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21488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432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27432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$40,893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5486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375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33375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5,482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319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39319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$126,615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5486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262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26080" y="45262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1,827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07492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1206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26080" y="51206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667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55080" y="868680"/>
            <a:ext cx="566928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868680"/>
            <a:ext cx="5669280" cy="54864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8686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Die-Cast Cars &amp; Figures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46520" y="150876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15544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15400" y="15544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 Collectables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46520" y="2103120"/>
            <a:ext cx="5486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21488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915400" y="21488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46520" y="269748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27432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915400" y="27432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$2,827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46520" y="3291840"/>
            <a:ext cx="5486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33375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915400" y="33375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46520" y="388620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39319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915400" y="39319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$7,803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446520" y="4480560"/>
            <a:ext cx="5486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45262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915400" y="45262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446520" y="507492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37960" y="51206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915400" y="51206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Pop! Vinyl &amp; Die-Cast Cars &amp; Figures  |  WK 27 2026  |  IKON Collectables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Su  ·  PopStop Ltd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2026-07-06T22:06:30Z</dcterms:created>
  <dcterms:modified xsi:type="dcterms:W3CDTF">2026-07-06T22:06:30Z</dcterms:modified>
</cp:coreProperties>
</file>